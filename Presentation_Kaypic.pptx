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BFF"/>
    <a:srgbClr val="F2F9FF"/>
    <a:srgbClr val="D2E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7008F-B146-AC88-206D-584198156A09}" v="227" dt="2025-12-14T03:13:23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N AL HARASH" userId="6439d570c5e045af" providerId="LiveId" clId="{18A7290C-75D9-4E00-B3E5-AB592E64A431}"/>
    <pc:docChg chg="undo custSel modSld">
      <pc:chgData name="LEEN AL HARASH" userId="6439d570c5e045af" providerId="LiveId" clId="{18A7290C-75D9-4E00-B3E5-AB592E64A431}" dt="2025-12-15T01:02:33.448" v="33" actId="20577"/>
      <pc:docMkLst>
        <pc:docMk/>
      </pc:docMkLst>
      <pc:sldChg chg="modSp mod">
        <pc:chgData name="LEEN AL HARASH" userId="6439d570c5e045af" providerId="LiveId" clId="{18A7290C-75D9-4E00-B3E5-AB592E64A431}" dt="2025-12-15T01:02:33.448" v="33" actId="20577"/>
        <pc:sldMkLst>
          <pc:docMk/>
          <pc:sldMk cId="625045094" sldId="257"/>
        </pc:sldMkLst>
        <pc:spChg chg="mod">
          <ac:chgData name="LEEN AL HARASH" userId="6439d570c5e045af" providerId="LiveId" clId="{18A7290C-75D9-4E00-B3E5-AB592E64A431}" dt="2025-12-15T01:02:33.448" v="33" actId="20577"/>
          <ac:spMkLst>
            <pc:docMk/>
            <pc:sldMk cId="625045094" sldId="257"/>
            <ac:spMk id="3" creationId="{03E4FCDD-ECDC-2928-95F7-F303CF960455}"/>
          </ac:spMkLst>
        </pc:spChg>
      </pc:sldChg>
    </pc:docChg>
  </pc:docChgLst>
  <pc:docChgLst>
    <pc:chgData name="Al Harash Leen" userId="S::2234270@crosemont.qc.ca::14949018-2230-4bf7-aafe-e91648a84a8b" providerId="AD" clId="Web-{3317008F-B146-AC88-206D-584198156A09}"/>
    <pc:docChg chg="mod addSld modSld addMainMaster delMainMaster modMainMaster">
      <pc:chgData name="Al Harash Leen" userId="S::2234270@crosemont.qc.ca::14949018-2230-4bf7-aafe-e91648a84a8b" providerId="AD" clId="Web-{3317008F-B146-AC88-206D-584198156A09}" dt="2025-12-14T03:13:23.688" v="263" actId="14100"/>
      <pc:docMkLst>
        <pc:docMk/>
      </pc:docMkLst>
      <pc:sldChg chg="addSp delSp modSp mod modClrScheme delDesignElem chgLayout">
        <pc:chgData name="Al Harash Leen" userId="S::2234270@crosemont.qc.ca::14949018-2230-4bf7-aafe-e91648a84a8b" providerId="AD" clId="Web-{3317008F-B146-AC88-206D-584198156A09}" dt="2025-12-14T03:09:58.545" v="224"/>
        <pc:sldMkLst>
          <pc:docMk/>
          <pc:sldMk cId="109857222" sldId="256"/>
        </pc:sldMkLst>
        <pc:spChg chg="mod ord">
          <ac:chgData name="Al Harash Leen" userId="S::2234270@crosemont.qc.ca::14949018-2230-4bf7-aafe-e91648a84a8b" providerId="AD" clId="Web-{3317008F-B146-AC88-206D-584198156A09}" dt="2025-12-14T03:05:44.350" v="20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l Harash Leen" userId="S::2234270@crosemont.qc.ca::14949018-2230-4bf7-aafe-e91648a84a8b" providerId="AD" clId="Web-{3317008F-B146-AC88-206D-584198156A09}" dt="2025-12-14T03:05:44.350" v="203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l Harash Leen" userId="S::2234270@crosemont.qc.ca::14949018-2230-4bf7-aafe-e91648a84a8b" providerId="AD" clId="Web-{3317008F-B146-AC88-206D-584198156A09}" dt="2025-12-14T03:05:44.350" v="203"/>
          <ac:spMkLst>
            <pc:docMk/>
            <pc:sldMk cId="109857222" sldId="256"/>
            <ac:spMk id="8" creationId="{DEF92653-5D6D-47E6-8744-0DAF76E049C4}"/>
          </ac:spMkLst>
        </pc:spChg>
        <pc:cxnChg chg="add del">
          <ac:chgData name="Al Harash Leen" userId="S::2234270@crosemont.qc.ca::14949018-2230-4bf7-aafe-e91648a84a8b" providerId="AD" clId="Web-{3317008F-B146-AC88-206D-584198156A09}" dt="2025-12-14T03:05:44.350" v="203"/>
          <ac:cxnSpMkLst>
            <pc:docMk/>
            <pc:sldMk cId="109857222" sldId="256"/>
            <ac:cxnSpMk id="10" creationId="{9CA98CE3-81A7-4FFE-A047-9AA65998D877}"/>
          </ac:cxnSpMkLst>
        </pc:cxnChg>
      </pc:sldChg>
      <pc:sldChg chg="modSp mod modClrScheme chgLayout">
        <pc:chgData name="Al Harash Leen" userId="S::2234270@crosemont.qc.ca::14949018-2230-4bf7-aafe-e91648a84a8b" providerId="AD" clId="Web-{3317008F-B146-AC88-206D-584198156A09}" dt="2025-12-14T03:09:58.545" v="224"/>
        <pc:sldMkLst>
          <pc:docMk/>
          <pc:sldMk cId="625045094" sldId="257"/>
        </pc:sldMkLst>
        <pc:spChg chg="mod ord">
          <ac:chgData name="Al Harash Leen" userId="S::2234270@crosemont.qc.ca::14949018-2230-4bf7-aafe-e91648a84a8b" providerId="AD" clId="Web-{3317008F-B146-AC88-206D-584198156A09}" dt="2025-12-14T03:05:44.350" v="203"/>
          <ac:spMkLst>
            <pc:docMk/>
            <pc:sldMk cId="625045094" sldId="257"/>
            <ac:spMk id="2" creationId="{D1A7F12C-C233-8CF3-7813-48C185FE80A5}"/>
          </ac:spMkLst>
        </pc:spChg>
        <pc:spChg chg="mod ord">
          <ac:chgData name="Al Harash Leen" userId="S::2234270@crosemont.qc.ca::14949018-2230-4bf7-aafe-e91648a84a8b" providerId="AD" clId="Web-{3317008F-B146-AC88-206D-584198156A09}" dt="2025-12-14T03:05:44.350" v="203"/>
          <ac:spMkLst>
            <pc:docMk/>
            <pc:sldMk cId="625045094" sldId="257"/>
            <ac:spMk id="3" creationId="{03E4FCDD-ECDC-2928-95F7-F303CF960455}"/>
          </ac:spMkLst>
        </pc:spChg>
      </pc:sldChg>
      <pc:sldChg chg="addSp modSp mod setBg modClrScheme chgLayout">
        <pc:chgData name="Al Harash Leen" userId="S::2234270@crosemont.qc.ca::14949018-2230-4bf7-aafe-e91648a84a8b" providerId="AD" clId="Web-{3317008F-B146-AC88-206D-584198156A09}" dt="2025-12-14T03:09:58.545" v="224"/>
        <pc:sldMkLst>
          <pc:docMk/>
          <pc:sldMk cId="2984128752" sldId="258"/>
        </pc:sldMkLst>
        <pc:spChg chg="mod ord">
          <ac:chgData name="Al Harash Leen" userId="S::2234270@crosemont.qc.ca::14949018-2230-4bf7-aafe-e91648a84a8b" providerId="AD" clId="Web-{3317008F-B146-AC88-206D-584198156A09}" dt="2025-12-14T03:06:07.132" v="204"/>
          <ac:spMkLst>
            <pc:docMk/>
            <pc:sldMk cId="2984128752" sldId="258"/>
            <ac:spMk id="2" creationId="{6FBD117F-2C45-ABE9-B0F4-E0A60BD78C9A}"/>
          </ac:spMkLst>
        </pc:spChg>
        <pc:spChg chg="mod ord">
          <ac:chgData name="Al Harash Leen" userId="S::2234270@crosemont.qc.ca::14949018-2230-4bf7-aafe-e91648a84a8b" providerId="AD" clId="Web-{3317008F-B146-AC88-206D-584198156A09}" dt="2025-12-14T03:06:28.117" v="206" actId="20577"/>
          <ac:spMkLst>
            <pc:docMk/>
            <pc:sldMk cId="2984128752" sldId="258"/>
            <ac:spMk id="3" creationId="{26C8EBB3-C1CE-658E-A2B0-AB24C2EFEB8F}"/>
          </ac:spMkLst>
        </pc:spChg>
        <pc:spChg chg="add">
          <ac:chgData name="Al Harash Leen" userId="S::2234270@crosemont.qc.ca::14949018-2230-4bf7-aafe-e91648a84a8b" providerId="AD" clId="Web-{3317008F-B146-AC88-206D-584198156A09}" dt="2025-12-14T03:06:07.132" v="204"/>
          <ac:spMkLst>
            <pc:docMk/>
            <pc:sldMk cId="2984128752" sldId="258"/>
            <ac:spMk id="10" creationId="{E49D7415-2F11-44C2-B6AA-13A25B6814B9}"/>
          </ac:spMkLst>
        </pc:spChg>
        <pc:picChg chg="add">
          <ac:chgData name="Al Harash Leen" userId="S::2234270@crosemont.qc.ca::14949018-2230-4bf7-aafe-e91648a84a8b" providerId="AD" clId="Web-{3317008F-B146-AC88-206D-584198156A09}" dt="2025-12-14T03:06:07.132" v="204"/>
          <ac:picMkLst>
            <pc:docMk/>
            <pc:sldMk cId="2984128752" sldId="258"/>
            <ac:picMk id="7" creationId="{BC214A73-15BE-AE9B-DFE5-A465EBAB15F2}"/>
          </ac:picMkLst>
        </pc:picChg>
        <pc:cxnChg chg="add">
          <ac:chgData name="Al Harash Leen" userId="S::2234270@crosemont.qc.ca::14949018-2230-4bf7-aafe-e91648a84a8b" providerId="AD" clId="Web-{3317008F-B146-AC88-206D-584198156A09}" dt="2025-12-14T03:06:07.132" v="204"/>
          <ac:cxnSpMkLst>
            <pc:docMk/>
            <pc:sldMk cId="2984128752" sldId="258"/>
            <ac:cxnSpMk id="12" creationId="{D2E57F3D-33BE-4306-87E6-245763719516}"/>
          </ac:cxnSpMkLst>
        </pc:cxnChg>
        <pc:cxnChg chg="add">
          <ac:chgData name="Al Harash Leen" userId="S::2234270@crosemont.qc.ca::14949018-2230-4bf7-aafe-e91648a84a8b" providerId="AD" clId="Web-{3317008F-B146-AC88-206D-584198156A09}" dt="2025-12-14T03:06:07.132" v="204"/>
          <ac:cxnSpMkLst>
            <pc:docMk/>
            <pc:sldMk cId="2984128752" sldId="258"/>
            <ac:cxnSpMk id="14" creationId="{8E0104E4-99BC-494F-8342-F250828E574F}"/>
          </ac:cxnSpMkLst>
        </pc:cxnChg>
      </pc:sldChg>
      <pc:sldChg chg="addSp delSp modSp mod setBg modClrScheme chgLayout">
        <pc:chgData name="Al Harash Leen" userId="S::2234270@crosemont.qc.ca::14949018-2230-4bf7-aafe-e91648a84a8b" providerId="AD" clId="Web-{3317008F-B146-AC88-206D-584198156A09}" dt="2025-12-14T03:09:58.545" v="224"/>
        <pc:sldMkLst>
          <pc:docMk/>
          <pc:sldMk cId="1461420681" sldId="259"/>
        </pc:sldMkLst>
        <pc:spChg chg="mod ord">
          <ac:chgData name="Al Harash Leen" userId="S::2234270@crosemont.qc.ca::14949018-2230-4bf7-aafe-e91648a84a8b" providerId="AD" clId="Web-{3317008F-B146-AC88-206D-584198156A09}" dt="2025-12-14T03:08:29.712" v="213"/>
          <ac:spMkLst>
            <pc:docMk/>
            <pc:sldMk cId="1461420681" sldId="259"/>
            <ac:spMk id="2" creationId="{7394E567-6FB8-0C7B-4B80-93B1FC7461A0}"/>
          </ac:spMkLst>
        </pc:spChg>
        <pc:spChg chg="add del mod ord">
          <ac:chgData name="Al Harash Leen" userId="S::2234270@crosemont.qc.ca::14949018-2230-4bf7-aafe-e91648a84a8b" providerId="AD" clId="Web-{3317008F-B146-AC88-206D-584198156A09}" dt="2025-12-14T03:08:29.712" v="213"/>
          <ac:spMkLst>
            <pc:docMk/>
            <pc:sldMk cId="1461420681" sldId="259"/>
            <ac:spMk id="3" creationId="{1D8FD0B6-2CEB-9C90-C96C-7546A3531C64}"/>
          </ac:spMkLst>
        </pc:spChg>
        <pc:spChg chg="add del">
          <ac:chgData name="Al Harash Leen" userId="S::2234270@crosemont.qc.ca::14949018-2230-4bf7-aafe-e91648a84a8b" providerId="AD" clId="Web-{3317008F-B146-AC88-206D-584198156A09}" dt="2025-12-14T03:07:29.477" v="211"/>
          <ac:spMkLst>
            <pc:docMk/>
            <pc:sldMk cId="1461420681" sldId="259"/>
            <ac:spMk id="7" creationId="{1D8FD0B6-2CEB-9C90-C96C-7546A3531C64}"/>
          </ac:spMkLst>
        </pc:spChg>
        <pc:spChg chg="add del">
          <ac:chgData name="Al Harash Leen" userId="S::2234270@crosemont.qc.ca::14949018-2230-4bf7-aafe-e91648a84a8b" providerId="AD" clId="Web-{3317008F-B146-AC88-206D-584198156A09}" dt="2025-12-14T03:07:29.477" v="211"/>
          <ac:spMkLst>
            <pc:docMk/>
            <pc:sldMk cId="1461420681" sldId="259"/>
            <ac:spMk id="8" creationId="{5F710FDB-0919-493E-8539-8240C23F1EB2}"/>
          </ac:spMkLst>
        </pc:spChg>
        <pc:spChg chg="add del">
          <ac:chgData name="Al Harash Leen" userId="S::2234270@crosemont.qc.ca::14949018-2230-4bf7-aafe-e91648a84a8b" providerId="AD" clId="Web-{3317008F-B146-AC88-206D-584198156A09}" dt="2025-12-14T03:08:29.712" v="213"/>
          <ac:spMkLst>
            <pc:docMk/>
            <pc:sldMk cId="1461420681" sldId="259"/>
            <ac:spMk id="9" creationId="{F68B2C62-7648-4430-90D5-AE0F252AF113}"/>
          </ac:spMkLst>
        </pc:spChg>
        <pc:graphicFrameChg chg="add del">
          <ac:chgData name="Al Harash Leen" userId="S::2234270@crosemont.qc.ca::14949018-2230-4bf7-aafe-e91648a84a8b" providerId="AD" clId="Web-{3317008F-B146-AC88-206D-584198156A09}" dt="2025-12-14T03:07:20.524" v="209"/>
          <ac:graphicFrameMkLst>
            <pc:docMk/>
            <pc:sldMk cId="1461420681" sldId="259"/>
            <ac:graphicFrameMk id="5" creationId="{6C4AE14B-A1DD-C0CC-38B1-CCCD1677EAD8}"/>
          </ac:graphicFrameMkLst>
        </pc:graphicFrameChg>
        <pc:graphicFrameChg chg="add del">
          <ac:chgData name="Al Harash Leen" userId="S::2234270@crosemont.qc.ca::14949018-2230-4bf7-aafe-e91648a84a8b" providerId="AD" clId="Web-{3317008F-B146-AC88-206D-584198156A09}" dt="2025-12-14T03:08:29.712" v="213"/>
          <ac:graphicFrameMkLst>
            <pc:docMk/>
            <pc:sldMk cId="1461420681" sldId="259"/>
            <ac:graphicFrameMk id="6" creationId="{96482B91-09B9-91D4-4594-00C0BE52AE2F}"/>
          </ac:graphicFrameMkLst>
        </pc:graphicFrameChg>
        <pc:cxnChg chg="add del">
          <ac:chgData name="Al Harash Leen" userId="S::2234270@crosemont.qc.ca::14949018-2230-4bf7-aafe-e91648a84a8b" providerId="AD" clId="Web-{3317008F-B146-AC88-206D-584198156A09}" dt="2025-12-14T03:07:29.477" v="211"/>
          <ac:cxnSpMkLst>
            <pc:docMk/>
            <pc:sldMk cId="1461420681" sldId="259"/>
            <ac:cxnSpMk id="10" creationId="{0AFF0B6C-73E2-4B40-9280-938C14922C87}"/>
          </ac:cxnSpMkLst>
        </pc:cxnChg>
        <pc:cxnChg chg="add del">
          <ac:chgData name="Al Harash Leen" userId="S::2234270@crosemont.qc.ca::14949018-2230-4bf7-aafe-e91648a84a8b" providerId="AD" clId="Web-{3317008F-B146-AC88-206D-584198156A09}" dt="2025-12-14T03:08:29.712" v="213"/>
          <ac:cxnSpMkLst>
            <pc:docMk/>
            <pc:sldMk cId="1461420681" sldId="259"/>
            <ac:cxnSpMk id="11" creationId="{B75B4F83-6FDB-4998-8E11-31CE6E7040B7}"/>
          </ac:cxnSpMkLst>
        </pc:cxnChg>
        <pc:cxnChg chg="add del">
          <ac:chgData name="Al Harash Leen" userId="S::2234270@crosemont.qc.ca::14949018-2230-4bf7-aafe-e91648a84a8b" providerId="AD" clId="Web-{3317008F-B146-AC88-206D-584198156A09}" dt="2025-12-14T03:08:29.712" v="213"/>
          <ac:cxnSpMkLst>
            <pc:docMk/>
            <pc:sldMk cId="1461420681" sldId="259"/>
            <ac:cxnSpMk id="13" creationId="{B0794B99-5B9D-4B94-9505-1EDED76CD61F}"/>
          </ac:cxnSpMkLst>
        </pc:cxnChg>
      </pc:sldChg>
      <pc:sldChg chg="modSp mod modClrScheme chgLayout">
        <pc:chgData name="Al Harash Leen" userId="S::2234270@crosemont.qc.ca::14949018-2230-4bf7-aafe-e91648a84a8b" providerId="AD" clId="Web-{3317008F-B146-AC88-206D-584198156A09}" dt="2025-12-14T03:09:58.545" v="224"/>
        <pc:sldMkLst>
          <pc:docMk/>
          <pc:sldMk cId="1795451986" sldId="261"/>
        </pc:sldMkLst>
        <pc:spChg chg="mod ord">
          <ac:chgData name="Al Harash Leen" userId="S::2234270@crosemont.qc.ca::14949018-2230-4bf7-aafe-e91648a84a8b" providerId="AD" clId="Web-{3317008F-B146-AC88-206D-584198156A09}" dt="2025-12-14T03:05:44.350" v="203"/>
          <ac:spMkLst>
            <pc:docMk/>
            <pc:sldMk cId="1795451986" sldId="261"/>
            <ac:spMk id="2" creationId="{6648E94D-BA20-391D-60EE-5EF22D02A22A}"/>
          </ac:spMkLst>
        </pc:spChg>
      </pc:sldChg>
      <pc:sldChg chg="addSp delSp modSp mod setBg modClrScheme chgLayout">
        <pc:chgData name="Al Harash Leen" userId="S::2234270@crosemont.qc.ca::14949018-2230-4bf7-aafe-e91648a84a8b" providerId="AD" clId="Web-{3317008F-B146-AC88-206D-584198156A09}" dt="2025-12-14T03:12:33.734" v="253" actId="20577"/>
        <pc:sldMkLst>
          <pc:docMk/>
          <pc:sldMk cId="1465156439" sldId="262"/>
        </pc:sldMkLst>
        <pc:spChg chg="mod ord">
          <ac:chgData name="Al Harash Leen" userId="S::2234270@crosemont.qc.ca::14949018-2230-4bf7-aafe-e91648a84a8b" providerId="AD" clId="Web-{3317008F-B146-AC88-206D-584198156A09}" dt="2025-12-14T03:08:44.259" v="214"/>
          <ac:spMkLst>
            <pc:docMk/>
            <pc:sldMk cId="1465156439" sldId="262"/>
            <ac:spMk id="2" creationId="{44AA7D4D-0117-C1B3-4017-0B947C38249D}"/>
          </ac:spMkLst>
        </pc:spChg>
        <pc:spChg chg="del mod ord">
          <ac:chgData name="Al Harash Leen" userId="S::2234270@crosemont.qc.ca::14949018-2230-4bf7-aafe-e91648a84a8b" providerId="AD" clId="Web-{3317008F-B146-AC88-206D-584198156A09}" dt="2025-12-14T03:08:44.259" v="214"/>
          <ac:spMkLst>
            <pc:docMk/>
            <pc:sldMk cId="1465156439" sldId="262"/>
            <ac:spMk id="3" creationId="{6C332A1B-72F2-C618-81E0-488BCED57DA9}"/>
          </ac:spMkLst>
        </pc:spChg>
        <pc:spChg chg="add">
          <ac:chgData name="Al Harash Leen" userId="S::2234270@crosemont.qc.ca::14949018-2230-4bf7-aafe-e91648a84a8b" providerId="AD" clId="Web-{3317008F-B146-AC88-206D-584198156A09}" dt="2025-12-14T03:08:44.259" v="214"/>
          <ac:spMkLst>
            <pc:docMk/>
            <pc:sldMk cId="1465156439" sldId="262"/>
            <ac:spMk id="9" creationId="{F68B2C62-7648-4430-90D5-AE0F252AF113}"/>
          </ac:spMkLst>
        </pc:spChg>
        <pc:graphicFrameChg chg="add mod modGraphic">
          <ac:chgData name="Al Harash Leen" userId="S::2234270@crosemont.qc.ca::14949018-2230-4bf7-aafe-e91648a84a8b" providerId="AD" clId="Web-{3317008F-B146-AC88-206D-584198156A09}" dt="2025-12-14T03:12:33.734" v="253" actId="20577"/>
          <ac:graphicFrameMkLst>
            <pc:docMk/>
            <pc:sldMk cId="1465156439" sldId="262"/>
            <ac:graphicFrameMk id="5" creationId="{7E332503-C284-6D0B-DA5F-8C3DE7A9B38E}"/>
          </ac:graphicFrameMkLst>
        </pc:graphicFrameChg>
        <pc:cxnChg chg="add">
          <ac:chgData name="Al Harash Leen" userId="S::2234270@crosemont.qc.ca::14949018-2230-4bf7-aafe-e91648a84a8b" providerId="AD" clId="Web-{3317008F-B146-AC88-206D-584198156A09}" dt="2025-12-14T03:08:44.259" v="214"/>
          <ac:cxnSpMkLst>
            <pc:docMk/>
            <pc:sldMk cId="1465156439" sldId="262"/>
            <ac:cxnSpMk id="11" creationId="{AAD0195E-7F27-4D06-9427-0C121D721A14}"/>
          </ac:cxnSpMkLst>
        </pc:cxnChg>
        <pc:cxnChg chg="add">
          <ac:chgData name="Al Harash Leen" userId="S::2234270@crosemont.qc.ca::14949018-2230-4bf7-aafe-e91648a84a8b" providerId="AD" clId="Web-{3317008F-B146-AC88-206D-584198156A09}" dt="2025-12-14T03:08:44.259" v="214"/>
          <ac:cxnSpMkLst>
            <pc:docMk/>
            <pc:sldMk cId="1465156439" sldId="262"/>
            <ac:cxnSpMk id="13" creationId="{9D74C2FC-3228-4FC1-B97B-87AD35508D91}"/>
          </ac:cxnSpMkLst>
        </pc:cxnChg>
      </pc:sldChg>
      <pc:sldChg chg="addSp delSp modSp mod setBg modClrScheme chgLayout">
        <pc:chgData name="Al Harash Leen" userId="S::2234270@crosemont.qc.ca::14949018-2230-4bf7-aafe-e91648a84a8b" providerId="AD" clId="Web-{3317008F-B146-AC88-206D-584198156A09}" dt="2025-12-14T03:12:38.937" v="254" actId="14100"/>
        <pc:sldMkLst>
          <pc:docMk/>
          <pc:sldMk cId="2654424643" sldId="263"/>
        </pc:sldMkLst>
        <pc:spChg chg="mod ord">
          <ac:chgData name="Al Harash Leen" userId="S::2234270@crosemont.qc.ca::14949018-2230-4bf7-aafe-e91648a84a8b" providerId="AD" clId="Web-{3317008F-B146-AC88-206D-584198156A09}" dt="2025-12-14T03:08:56.807" v="215"/>
          <ac:spMkLst>
            <pc:docMk/>
            <pc:sldMk cId="2654424643" sldId="263"/>
            <ac:spMk id="2" creationId="{F110E310-FE98-46F5-2117-390D75CF9398}"/>
          </ac:spMkLst>
        </pc:spChg>
        <pc:spChg chg="del mod ord">
          <ac:chgData name="Al Harash Leen" userId="S::2234270@crosemont.qc.ca::14949018-2230-4bf7-aafe-e91648a84a8b" providerId="AD" clId="Web-{3317008F-B146-AC88-206D-584198156A09}" dt="2025-12-14T03:08:56.807" v="215"/>
          <ac:spMkLst>
            <pc:docMk/>
            <pc:sldMk cId="2654424643" sldId="263"/>
            <ac:spMk id="3" creationId="{563243AB-F662-006D-891F-15F04943DEDE}"/>
          </ac:spMkLst>
        </pc:spChg>
        <pc:spChg chg="add">
          <ac:chgData name="Al Harash Leen" userId="S::2234270@crosemont.qc.ca::14949018-2230-4bf7-aafe-e91648a84a8b" providerId="AD" clId="Web-{3317008F-B146-AC88-206D-584198156A09}" dt="2025-12-14T03:08:56.807" v="215"/>
          <ac:spMkLst>
            <pc:docMk/>
            <pc:sldMk cId="2654424643" sldId="263"/>
            <ac:spMk id="9" creationId="{F68B2C62-7648-4430-90D5-AE0F252AF113}"/>
          </ac:spMkLst>
        </pc:spChg>
        <pc:graphicFrameChg chg="add mod modGraphic">
          <ac:chgData name="Al Harash Leen" userId="S::2234270@crosemont.qc.ca::14949018-2230-4bf7-aafe-e91648a84a8b" providerId="AD" clId="Web-{3317008F-B146-AC88-206D-584198156A09}" dt="2025-12-14T03:12:38.937" v="254" actId="14100"/>
          <ac:graphicFrameMkLst>
            <pc:docMk/>
            <pc:sldMk cId="2654424643" sldId="263"/>
            <ac:graphicFrameMk id="5" creationId="{DEB12AE1-8B47-0ED8-3520-68DEA31E1D23}"/>
          </ac:graphicFrameMkLst>
        </pc:graphicFrameChg>
        <pc:cxnChg chg="add">
          <ac:chgData name="Al Harash Leen" userId="S::2234270@crosemont.qc.ca::14949018-2230-4bf7-aafe-e91648a84a8b" providerId="AD" clId="Web-{3317008F-B146-AC88-206D-584198156A09}" dt="2025-12-14T03:08:56.807" v="215"/>
          <ac:cxnSpMkLst>
            <pc:docMk/>
            <pc:sldMk cId="2654424643" sldId="263"/>
            <ac:cxnSpMk id="11" creationId="{AAD0195E-7F27-4D06-9427-0C121D721A14}"/>
          </ac:cxnSpMkLst>
        </pc:cxnChg>
        <pc:cxnChg chg="add">
          <ac:chgData name="Al Harash Leen" userId="S::2234270@crosemont.qc.ca::14949018-2230-4bf7-aafe-e91648a84a8b" providerId="AD" clId="Web-{3317008F-B146-AC88-206D-584198156A09}" dt="2025-12-14T03:08:56.807" v="215"/>
          <ac:cxnSpMkLst>
            <pc:docMk/>
            <pc:sldMk cId="2654424643" sldId="263"/>
            <ac:cxnSpMk id="13" creationId="{9D74C2FC-3228-4FC1-B97B-87AD35508D91}"/>
          </ac:cxnSpMkLst>
        </pc:cxnChg>
      </pc:sldChg>
      <pc:sldChg chg="addSp delSp modSp mod setBg modClrScheme chgLayout">
        <pc:chgData name="Al Harash Leen" userId="S::2234270@crosemont.qc.ca::14949018-2230-4bf7-aafe-e91648a84a8b" providerId="AD" clId="Web-{3317008F-B146-AC88-206D-584198156A09}" dt="2025-12-14T03:13:12.859" v="262"/>
        <pc:sldMkLst>
          <pc:docMk/>
          <pc:sldMk cId="3547104769" sldId="264"/>
        </pc:sldMkLst>
        <pc:spChg chg="mod ord">
          <ac:chgData name="Al Harash Leen" userId="S::2234270@crosemont.qc.ca::14949018-2230-4bf7-aafe-e91648a84a8b" providerId="AD" clId="Web-{3317008F-B146-AC88-206D-584198156A09}" dt="2025-12-14T03:09:16.494" v="220"/>
          <ac:spMkLst>
            <pc:docMk/>
            <pc:sldMk cId="3547104769" sldId="264"/>
            <ac:spMk id="2" creationId="{E4D8A56B-2888-3B65-D7D7-9AB31E70B19C}"/>
          </ac:spMkLst>
        </pc:spChg>
        <pc:spChg chg="add del mod ord">
          <ac:chgData name="Al Harash Leen" userId="S::2234270@crosemont.qc.ca::14949018-2230-4bf7-aafe-e91648a84a8b" providerId="AD" clId="Web-{3317008F-B146-AC88-206D-584198156A09}" dt="2025-12-14T03:09:16.494" v="220"/>
          <ac:spMkLst>
            <pc:docMk/>
            <pc:sldMk cId="3547104769" sldId="264"/>
            <ac:spMk id="3" creationId="{E06BCD22-35EF-8D61-E659-E6AE0794515C}"/>
          </ac:spMkLst>
        </pc:spChg>
        <pc:spChg chg="add del">
          <ac:chgData name="Al Harash Leen" userId="S::2234270@crosemont.qc.ca::14949018-2230-4bf7-aafe-e91648a84a8b" providerId="AD" clId="Web-{3317008F-B146-AC88-206D-584198156A09}" dt="2025-12-14T03:09:13.010" v="217"/>
          <ac:spMkLst>
            <pc:docMk/>
            <pc:sldMk cId="3547104769" sldId="264"/>
            <ac:spMk id="9" creationId="{F68B2C62-7648-4430-90D5-AE0F252AF113}"/>
          </ac:spMkLst>
        </pc:spChg>
        <pc:spChg chg="add del">
          <ac:chgData name="Al Harash Leen" userId="S::2234270@crosemont.qc.ca::14949018-2230-4bf7-aafe-e91648a84a8b" providerId="AD" clId="Web-{3317008F-B146-AC88-206D-584198156A09}" dt="2025-12-14T03:09:16.463" v="219"/>
          <ac:spMkLst>
            <pc:docMk/>
            <pc:sldMk cId="3547104769" sldId="264"/>
            <ac:spMk id="15" creationId="{F68B2C62-7648-4430-90D5-AE0F252AF113}"/>
          </ac:spMkLst>
        </pc:spChg>
        <pc:spChg chg="add del">
          <ac:chgData name="Al Harash Leen" userId="S::2234270@crosemont.qc.ca::14949018-2230-4bf7-aafe-e91648a84a8b" providerId="AD" clId="Web-{3317008F-B146-AC88-206D-584198156A09}" dt="2025-12-14T03:09:16.463" v="219"/>
          <ac:spMkLst>
            <pc:docMk/>
            <pc:sldMk cId="3547104769" sldId="264"/>
            <ac:spMk id="16" creationId="{19604516-F583-413C-8C0B-E7944F332B5A}"/>
          </ac:spMkLst>
        </pc:spChg>
        <pc:spChg chg="add">
          <ac:chgData name="Al Harash Leen" userId="S::2234270@crosemont.qc.ca::14949018-2230-4bf7-aafe-e91648a84a8b" providerId="AD" clId="Web-{3317008F-B146-AC88-206D-584198156A09}" dt="2025-12-14T03:09:16.494" v="220"/>
          <ac:spMkLst>
            <pc:docMk/>
            <pc:sldMk cId="3547104769" sldId="264"/>
            <ac:spMk id="20" creationId="{F68B2C62-7648-4430-90D5-AE0F252AF113}"/>
          </ac:spMkLst>
        </pc:spChg>
        <pc:graphicFrameChg chg="add del">
          <ac:chgData name="Al Harash Leen" userId="S::2234270@crosemont.qc.ca::14949018-2230-4bf7-aafe-e91648a84a8b" providerId="AD" clId="Web-{3317008F-B146-AC88-206D-584198156A09}" dt="2025-12-14T03:09:13.010" v="217"/>
          <ac:graphicFrameMkLst>
            <pc:docMk/>
            <pc:sldMk cId="3547104769" sldId="264"/>
            <ac:graphicFrameMk id="5" creationId="{AA93EA8F-A699-5457-7CBB-FEF20BDEA5BB}"/>
          </ac:graphicFrameMkLst>
        </pc:graphicFrameChg>
        <pc:graphicFrameChg chg="add del">
          <ac:chgData name="Al Harash Leen" userId="S::2234270@crosemont.qc.ca::14949018-2230-4bf7-aafe-e91648a84a8b" providerId="AD" clId="Web-{3317008F-B146-AC88-206D-584198156A09}" dt="2025-12-14T03:09:16.463" v="219"/>
          <ac:graphicFrameMkLst>
            <pc:docMk/>
            <pc:sldMk cId="3547104769" sldId="264"/>
            <ac:graphicFrameMk id="18" creationId="{CBA1D78D-69B6-5088-2317-303899EE6458}"/>
          </ac:graphicFrameMkLst>
        </pc:graphicFrameChg>
        <pc:graphicFrameChg chg="add mod modGraphic">
          <ac:chgData name="Al Harash Leen" userId="S::2234270@crosemont.qc.ca::14949018-2230-4bf7-aafe-e91648a84a8b" providerId="AD" clId="Web-{3317008F-B146-AC88-206D-584198156A09}" dt="2025-12-14T03:13:12.859" v="262"/>
          <ac:graphicFrameMkLst>
            <pc:docMk/>
            <pc:sldMk cId="3547104769" sldId="264"/>
            <ac:graphicFrameMk id="23" creationId="{AA93EA8F-A699-5457-7CBB-FEF20BDEA5BB}"/>
          </ac:graphicFrameMkLst>
        </pc:graphicFrameChg>
        <pc:cxnChg chg="add del">
          <ac:chgData name="Al Harash Leen" userId="S::2234270@crosemont.qc.ca::14949018-2230-4bf7-aafe-e91648a84a8b" providerId="AD" clId="Web-{3317008F-B146-AC88-206D-584198156A09}" dt="2025-12-14T03:09:13.010" v="217"/>
          <ac:cxnSpMkLst>
            <pc:docMk/>
            <pc:sldMk cId="3547104769" sldId="264"/>
            <ac:cxnSpMk id="11" creationId="{AAD0195E-7F27-4D06-9427-0C121D721A14}"/>
          </ac:cxnSpMkLst>
        </pc:cxnChg>
        <pc:cxnChg chg="add del">
          <ac:chgData name="Al Harash Leen" userId="S::2234270@crosemont.qc.ca::14949018-2230-4bf7-aafe-e91648a84a8b" providerId="AD" clId="Web-{3317008F-B146-AC88-206D-584198156A09}" dt="2025-12-14T03:09:13.010" v="217"/>
          <ac:cxnSpMkLst>
            <pc:docMk/>
            <pc:sldMk cId="3547104769" sldId="264"/>
            <ac:cxnSpMk id="13" creationId="{9D74C2FC-3228-4FC1-B97B-87AD35508D91}"/>
          </ac:cxnSpMkLst>
        </pc:cxnChg>
        <pc:cxnChg chg="add del">
          <ac:chgData name="Al Harash Leen" userId="S::2234270@crosemont.qc.ca::14949018-2230-4bf7-aafe-e91648a84a8b" providerId="AD" clId="Web-{3317008F-B146-AC88-206D-584198156A09}" dt="2025-12-14T03:09:16.463" v="219"/>
          <ac:cxnSpMkLst>
            <pc:docMk/>
            <pc:sldMk cId="3547104769" sldId="264"/>
            <ac:cxnSpMk id="17" creationId="{4BFD5B9F-5FB6-467D-83D5-DF82F1907354}"/>
          </ac:cxnSpMkLst>
        </pc:cxnChg>
        <pc:cxnChg chg="add">
          <ac:chgData name="Al Harash Leen" userId="S::2234270@crosemont.qc.ca::14949018-2230-4bf7-aafe-e91648a84a8b" providerId="AD" clId="Web-{3317008F-B146-AC88-206D-584198156A09}" dt="2025-12-14T03:09:16.494" v="220"/>
          <ac:cxnSpMkLst>
            <pc:docMk/>
            <pc:sldMk cId="3547104769" sldId="264"/>
            <ac:cxnSpMk id="21" creationId="{AAD0195E-7F27-4D06-9427-0C121D721A14}"/>
          </ac:cxnSpMkLst>
        </pc:cxnChg>
        <pc:cxnChg chg="add">
          <ac:chgData name="Al Harash Leen" userId="S::2234270@crosemont.qc.ca::14949018-2230-4bf7-aafe-e91648a84a8b" providerId="AD" clId="Web-{3317008F-B146-AC88-206D-584198156A09}" dt="2025-12-14T03:09:16.494" v="220"/>
          <ac:cxnSpMkLst>
            <pc:docMk/>
            <pc:sldMk cId="3547104769" sldId="264"/>
            <ac:cxnSpMk id="22" creationId="{9D74C2FC-3228-4FC1-B97B-87AD35508D91}"/>
          </ac:cxnSpMkLst>
        </pc:cxnChg>
      </pc:sldChg>
      <pc:sldChg chg="addSp delSp modSp new mod setBg modClrScheme chgLayout">
        <pc:chgData name="Al Harash Leen" userId="S::2234270@crosemont.qc.ca::14949018-2230-4bf7-aafe-e91648a84a8b" providerId="AD" clId="Web-{3317008F-B146-AC88-206D-584198156A09}" dt="2025-12-14T03:13:23.688" v="263" actId="14100"/>
        <pc:sldMkLst>
          <pc:docMk/>
          <pc:sldMk cId="3491660690" sldId="265"/>
        </pc:sldMkLst>
        <pc:spChg chg="mod ord">
          <ac:chgData name="Al Harash Leen" userId="S::2234270@crosemont.qc.ca::14949018-2230-4bf7-aafe-e91648a84a8b" providerId="AD" clId="Web-{3317008F-B146-AC88-206D-584198156A09}" dt="2025-12-14T03:13:23.688" v="263" actId="14100"/>
          <ac:spMkLst>
            <pc:docMk/>
            <pc:sldMk cId="3491660690" sldId="265"/>
            <ac:spMk id="2" creationId="{EED475EA-4AF8-5AEA-AE45-AA8F5790EAC9}"/>
          </ac:spMkLst>
        </pc:spChg>
        <pc:spChg chg="del mod ord">
          <ac:chgData name="Al Harash Leen" userId="S::2234270@crosemont.qc.ca::14949018-2230-4bf7-aafe-e91648a84a8b" providerId="AD" clId="Web-{3317008F-B146-AC88-206D-584198156A09}" dt="2025-12-14T03:09:25.573" v="221"/>
          <ac:spMkLst>
            <pc:docMk/>
            <pc:sldMk cId="3491660690" sldId="265"/>
            <ac:spMk id="3" creationId="{A919B297-65D4-1593-D9EA-1ED9A60C3AF5}"/>
          </ac:spMkLst>
        </pc:spChg>
        <pc:spChg chg="add">
          <ac:chgData name="Al Harash Leen" userId="S::2234270@crosemont.qc.ca::14949018-2230-4bf7-aafe-e91648a84a8b" providerId="AD" clId="Web-{3317008F-B146-AC88-206D-584198156A09}" dt="2025-12-14T03:09:25.573" v="221"/>
          <ac:spMkLst>
            <pc:docMk/>
            <pc:sldMk cId="3491660690" sldId="265"/>
            <ac:spMk id="9" creationId="{F68B2C62-7648-4430-90D5-AE0F252AF113}"/>
          </ac:spMkLst>
        </pc:spChg>
        <pc:graphicFrameChg chg="add mod">
          <ac:chgData name="Al Harash Leen" userId="S::2234270@crosemont.qc.ca::14949018-2230-4bf7-aafe-e91648a84a8b" providerId="AD" clId="Web-{3317008F-B146-AC88-206D-584198156A09}" dt="2025-12-14T03:09:47.436" v="223" actId="14100"/>
          <ac:graphicFrameMkLst>
            <pc:docMk/>
            <pc:sldMk cId="3491660690" sldId="265"/>
            <ac:graphicFrameMk id="5" creationId="{80571649-1A68-C501-DE0D-97C0EB7803BC}"/>
          </ac:graphicFrameMkLst>
        </pc:graphicFrameChg>
        <pc:cxnChg chg="add">
          <ac:chgData name="Al Harash Leen" userId="S::2234270@crosemont.qc.ca::14949018-2230-4bf7-aafe-e91648a84a8b" providerId="AD" clId="Web-{3317008F-B146-AC88-206D-584198156A09}" dt="2025-12-14T03:09:25.573" v="221"/>
          <ac:cxnSpMkLst>
            <pc:docMk/>
            <pc:sldMk cId="3491660690" sldId="265"/>
            <ac:cxnSpMk id="11" creationId="{B75B4F83-6FDB-4998-8E11-31CE6E7040B7}"/>
          </ac:cxnSpMkLst>
        </pc:cxnChg>
        <pc:cxnChg chg="add">
          <ac:chgData name="Al Harash Leen" userId="S::2234270@crosemont.qc.ca::14949018-2230-4bf7-aafe-e91648a84a8b" providerId="AD" clId="Web-{3317008F-B146-AC88-206D-584198156A09}" dt="2025-12-14T03:09:25.573" v="221"/>
          <ac:cxnSpMkLst>
            <pc:docMk/>
            <pc:sldMk cId="3491660690" sldId="265"/>
            <ac:cxnSpMk id="13" creationId="{B0794B99-5B9D-4B94-9505-1EDED76CD61F}"/>
          </ac:cxnSpMkLst>
        </pc:cxnChg>
      </pc:sldChg>
      <pc:sldMasterChg chg="add del mod setBg addSldLayout delSldLayout modSldLayout">
        <pc:chgData name="Al Harash Leen" userId="S::2234270@crosemont.qc.ca::14949018-2230-4bf7-aafe-e91648a84a8b" providerId="AD" clId="Web-{3317008F-B146-AC88-206D-584198156A09}" dt="2025-12-14T03:09:58.545" v="224"/>
        <pc:sldMasterMkLst>
          <pc:docMk/>
          <pc:sldMasterMk cId="3407973820" sldId="2147483721"/>
        </pc:sldMasterMkLst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1707985642" sldId="2147483710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782549152" sldId="2147483711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1390260084" sldId="2147483712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1122413234" sldId="2147483713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2137079749" sldId="2147483714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2670020073" sldId="2147483715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2896660657" sldId="2147483716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3836110959" sldId="2147483717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546306574" sldId="2147483718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606398908" sldId="2147483719"/>
          </pc:sldLayoutMkLst>
        </pc:sldLayoutChg>
        <pc:sldLayoutChg chg="add del mod">
          <pc:chgData name="Al Harash Leen" userId="S::2234270@crosemont.qc.ca::14949018-2230-4bf7-aafe-e91648a84a8b" providerId="AD" clId="Web-{3317008F-B146-AC88-206D-584198156A09}" dt="2025-12-14T03:09:58.545" v="224"/>
          <pc:sldLayoutMkLst>
            <pc:docMk/>
            <pc:sldMasterMk cId="3407973820" sldId="2147483721"/>
            <pc:sldLayoutMk cId="1250236626" sldId="2147483720"/>
          </pc:sldLayoutMkLst>
        </pc:sldLayoutChg>
      </pc:sldMasterChg>
      <pc:sldMasterChg chg="add del addSldLayout delSldLayout modSldLayout">
        <pc:chgData name="Al Harash Leen" userId="S::2234270@crosemont.qc.ca::14949018-2230-4bf7-aafe-e91648a84a8b" providerId="AD" clId="Web-{3317008F-B146-AC88-206D-584198156A09}" dt="2025-12-14T03:05:44.350" v="203"/>
        <pc:sldMasterMkLst>
          <pc:docMk/>
          <pc:sldMasterMk cId="1119061109" sldId="2147483722"/>
        </pc:sldMasterMkLst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3400177043" sldId="2147483723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1391026145" sldId="2147483724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4067173467" sldId="2147483725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4250237980" sldId="2147483726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25482647" sldId="2147483727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94533773" sldId="2147483728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1752416240" sldId="2147483729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1774079586" sldId="2147483730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2973490511" sldId="2147483731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187583671" sldId="2147483732"/>
          </pc:sldLayoutMkLst>
        </pc:sldLayoutChg>
        <pc:sldLayoutChg chg="add del mod replId">
          <pc:chgData name="Al Harash Leen" userId="S::2234270@crosemont.qc.ca::14949018-2230-4bf7-aafe-e91648a84a8b" providerId="AD" clId="Web-{3317008F-B146-AC88-206D-584198156A09}" dt="2025-12-14T03:05:44.350" v="203"/>
          <pc:sldLayoutMkLst>
            <pc:docMk/>
            <pc:sldMasterMk cId="1119061109" sldId="2147483722"/>
            <pc:sldLayoutMk cId="2087915335" sldId="2147483733"/>
          </pc:sldLayoutMkLst>
        </pc:sldLayoutChg>
      </pc:sldMasterChg>
    </pc:docChg>
  </pc:docChgLst>
  <pc:docChgLst>
    <pc:chgData name="Al Harash Leen" userId="S::2234270@crosemont.qc.ca::14949018-2230-4bf7-aafe-e91648a84a8b" providerId="AD" clId="Web-{506B6E39-7D8A-76B2-0D51-ABEDEB707267}"/>
    <pc:docChg chg="addSld delSld modSld addMainMaster delMainMaster modMainMaster">
      <pc:chgData name="Al Harash Leen" userId="S::2234270@crosemont.qc.ca::14949018-2230-4bf7-aafe-e91648a84a8b" providerId="AD" clId="Web-{506B6E39-7D8A-76B2-0D51-ABEDEB707267}" dt="2025-12-11T02:32:55.094" v="1545" actId="1076"/>
      <pc:docMkLst>
        <pc:docMk/>
      </pc:docMkLst>
      <pc:sldChg chg="addSp delSp modSp mod setBg modClrScheme setClrOvrMap chgLayout">
        <pc:chgData name="Al Harash Leen" userId="S::2234270@crosemont.qc.ca::14949018-2230-4bf7-aafe-e91648a84a8b" providerId="AD" clId="Web-{506B6E39-7D8A-76B2-0D51-ABEDEB707267}" dt="2025-12-11T00:47:44.635" v="427"/>
        <pc:sldMkLst>
          <pc:docMk/>
          <pc:sldMk cId="109857222" sldId="256"/>
        </pc:sldMkLst>
        <pc:spChg chg="mod">
          <ac:chgData name="Al Harash Leen" userId="S::2234270@crosemont.qc.ca::14949018-2230-4bf7-aafe-e91648a84a8b" providerId="AD" clId="Web-{506B6E39-7D8A-76B2-0D51-ABEDEB707267}" dt="2025-12-11T00:19:22.778" v="20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l Harash Leen" userId="S::2234270@crosemont.qc.ca::14949018-2230-4bf7-aafe-e91648a84a8b" providerId="AD" clId="Web-{506B6E39-7D8A-76B2-0D51-ABEDEB707267}" dt="2025-12-11T00:44:47.102" v="348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Al Harash Leen" userId="S::2234270@crosemont.qc.ca::14949018-2230-4bf7-aafe-e91648a84a8b" providerId="AD" clId="Web-{506B6E39-7D8A-76B2-0D51-ABEDEB707267}" dt="2025-12-11T00:44:54.446" v="349" actId="20577"/>
          <ac:spMkLst>
            <pc:docMk/>
            <pc:sldMk cId="109857222" sldId="256"/>
            <ac:spMk id="5" creationId="{0A90B6D4-EFD1-CA2C-C3A6-0663EB9E1339}"/>
          </ac:spMkLst>
        </pc:spChg>
        <pc:spChg chg="add">
          <ac:chgData name="Al Harash Leen" userId="S::2234270@crosemont.qc.ca::14949018-2230-4bf7-aafe-e91648a84a8b" providerId="AD" clId="Web-{506B6E39-7D8A-76B2-0D51-ABEDEB707267}" dt="2025-12-10T22:51:07.290" v="2"/>
          <ac:spMkLst>
            <pc:docMk/>
            <pc:sldMk cId="109857222" sldId="256"/>
            <ac:spMk id="8" creationId="{DEF92653-5D6D-47E6-8744-0DAF76E049C4}"/>
          </ac:spMkLst>
        </pc:spChg>
        <pc:cxnChg chg="add">
          <ac:chgData name="Al Harash Leen" userId="S::2234270@crosemont.qc.ca::14949018-2230-4bf7-aafe-e91648a84a8b" providerId="AD" clId="Web-{506B6E39-7D8A-76B2-0D51-ABEDEB707267}" dt="2025-12-10T22:51:07.290" v="2"/>
          <ac:cxnSpMkLst>
            <pc:docMk/>
            <pc:sldMk cId="109857222" sldId="256"/>
            <ac:cxnSpMk id="10" creationId="{9CA98CE3-81A7-4FFE-A047-9AA65998D877}"/>
          </ac:cxnSpMkLst>
        </pc:cxnChg>
      </pc:sldChg>
      <pc:sldChg chg="modSp new mod">
        <pc:chgData name="Al Harash Leen" userId="S::2234270@crosemont.qc.ca::14949018-2230-4bf7-aafe-e91648a84a8b" providerId="AD" clId="Web-{506B6E39-7D8A-76B2-0D51-ABEDEB707267}" dt="2025-12-11T02:32:55.094" v="1545" actId="1076"/>
        <pc:sldMkLst>
          <pc:docMk/>
          <pc:sldMk cId="625045094" sldId="257"/>
        </pc:sldMkLst>
        <pc:spChg chg="mod">
          <ac:chgData name="Al Harash Leen" userId="S::2234270@crosemont.qc.ca::14949018-2230-4bf7-aafe-e91648a84a8b" providerId="AD" clId="Web-{506B6E39-7D8A-76B2-0D51-ABEDEB707267}" dt="2025-12-10T22:52:30.917" v="43" actId="20577"/>
          <ac:spMkLst>
            <pc:docMk/>
            <pc:sldMk cId="625045094" sldId="257"/>
            <ac:spMk id="2" creationId="{D1A7F12C-C233-8CF3-7813-48C185FE80A5}"/>
          </ac:spMkLst>
        </pc:spChg>
        <pc:spChg chg="mod">
          <ac:chgData name="Al Harash Leen" userId="S::2234270@crosemont.qc.ca::14949018-2230-4bf7-aafe-e91648a84a8b" providerId="AD" clId="Web-{506B6E39-7D8A-76B2-0D51-ABEDEB707267}" dt="2025-12-11T02:32:55.094" v="1545" actId="1076"/>
          <ac:spMkLst>
            <pc:docMk/>
            <pc:sldMk cId="625045094" sldId="257"/>
            <ac:spMk id="3" creationId="{03E4FCDD-ECDC-2928-95F7-F303CF960455}"/>
          </ac:spMkLst>
        </pc:spChg>
      </pc:sldChg>
      <pc:sldChg chg="modSp new mod">
        <pc:chgData name="Al Harash Leen" userId="S::2234270@crosemont.qc.ca::14949018-2230-4bf7-aafe-e91648a84a8b" providerId="AD" clId="Web-{506B6E39-7D8A-76B2-0D51-ABEDEB707267}" dt="2025-12-11T02:25:42.023" v="1530" actId="20577"/>
        <pc:sldMkLst>
          <pc:docMk/>
          <pc:sldMk cId="2984128752" sldId="258"/>
        </pc:sldMkLst>
        <pc:spChg chg="mod">
          <ac:chgData name="Al Harash Leen" userId="S::2234270@crosemont.qc.ca::14949018-2230-4bf7-aafe-e91648a84a8b" providerId="AD" clId="Web-{506B6E39-7D8A-76B2-0D51-ABEDEB707267}" dt="2025-12-11T00:45:18.103" v="351" actId="14100"/>
          <ac:spMkLst>
            <pc:docMk/>
            <pc:sldMk cId="2984128752" sldId="258"/>
            <ac:spMk id="2" creationId="{6FBD117F-2C45-ABE9-B0F4-E0A60BD78C9A}"/>
          </ac:spMkLst>
        </pc:spChg>
        <pc:spChg chg="mod">
          <ac:chgData name="Al Harash Leen" userId="S::2234270@crosemont.qc.ca::14949018-2230-4bf7-aafe-e91648a84a8b" providerId="AD" clId="Web-{506B6E39-7D8A-76B2-0D51-ABEDEB707267}" dt="2025-12-11T02:25:42.023" v="1530" actId="20577"/>
          <ac:spMkLst>
            <pc:docMk/>
            <pc:sldMk cId="2984128752" sldId="258"/>
            <ac:spMk id="3" creationId="{26C8EBB3-C1CE-658E-A2B0-AB24C2EFEB8F}"/>
          </ac:spMkLst>
        </pc:spChg>
      </pc:sldChg>
      <pc:sldChg chg="modSp new mod">
        <pc:chgData name="Al Harash Leen" userId="S::2234270@crosemont.qc.ca::14949018-2230-4bf7-aafe-e91648a84a8b" providerId="AD" clId="Web-{506B6E39-7D8A-76B2-0D51-ABEDEB707267}" dt="2025-12-11T02:10:42.912" v="1381" actId="20577"/>
        <pc:sldMkLst>
          <pc:docMk/>
          <pc:sldMk cId="1461420681" sldId="259"/>
        </pc:sldMkLst>
        <pc:spChg chg="mod">
          <ac:chgData name="Al Harash Leen" userId="S::2234270@crosemont.qc.ca::14949018-2230-4bf7-aafe-e91648a84a8b" providerId="AD" clId="Web-{506B6E39-7D8A-76B2-0D51-ABEDEB707267}" dt="2025-12-11T01:30:06.201" v="709" actId="20577"/>
          <ac:spMkLst>
            <pc:docMk/>
            <pc:sldMk cId="1461420681" sldId="259"/>
            <ac:spMk id="2" creationId="{7394E567-6FB8-0C7B-4B80-93B1FC7461A0}"/>
          </ac:spMkLst>
        </pc:spChg>
      </pc:sldChg>
      <pc:sldChg chg="delSp modSp new mod modClrScheme chgLayout">
        <pc:chgData name="Al Harash Leen" userId="S::2234270@crosemont.qc.ca::14949018-2230-4bf7-aafe-e91648a84a8b" providerId="AD" clId="Web-{506B6E39-7D8A-76B2-0D51-ABEDEB707267}" dt="2025-12-11T00:47:44.635" v="427"/>
        <pc:sldMkLst>
          <pc:docMk/>
          <pc:sldMk cId="1795451986" sldId="261"/>
        </pc:sldMkLst>
        <pc:spChg chg="mod ord">
          <ac:chgData name="Al Harash Leen" userId="S::2234270@crosemont.qc.ca::14949018-2230-4bf7-aafe-e91648a84a8b" providerId="AD" clId="Web-{506B6E39-7D8A-76B2-0D51-ABEDEB707267}" dt="2025-12-10T22:57:24.642" v="78" actId="20577"/>
          <ac:spMkLst>
            <pc:docMk/>
            <pc:sldMk cId="1795451986" sldId="261"/>
            <ac:spMk id="2" creationId="{6648E94D-BA20-391D-60EE-5EF22D02A22A}"/>
          </ac:spMkLst>
        </pc:spChg>
      </pc:sldChg>
      <pc:sldChg chg="modSp new mod">
        <pc:chgData name="Al Harash Leen" userId="S::2234270@crosemont.qc.ca::14949018-2230-4bf7-aafe-e91648a84a8b" providerId="AD" clId="Web-{506B6E39-7D8A-76B2-0D51-ABEDEB707267}" dt="2025-12-11T02:30:11.967" v="1534" actId="20577"/>
        <pc:sldMkLst>
          <pc:docMk/>
          <pc:sldMk cId="1465156439" sldId="262"/>
        </pc:sldMkLst>
        <pc:spChg chg="mod">
          <ac:chgData name="Al Harash Leen" userId="S::2234270@crosemont.qc.ca::14949018-2230-4bf7-aafe-e91648a84a8b" providerId="AD" clId="Web-{506B6E39-7D8A-76B2-0D51-ABEDEB707267}" dt="2025-12-11T02:10:53.069" v="1382" actId="14100"/>
          <ac:spMkLst>
            <pc:docMk/>
            <pc:sldMk cId="1465156439" sldId="262"/>
            <ac:spMk id="2" creationId="{44AA7D4D-0117-C1B3-4017-0B947C38249D}"/>
          </ac:spMkLst>
        </pc:spChg>
      </pc:sldChg>
      <pc:sldChg chg="modSp add replId">
        <pc:chgData name="Al Harash Leen" userId="S::2234270@crosemont.qc.ca::14949018-2230-4bf7-aafe-e91648a84a8b" providerId="AD" clId="Web-{506B6E39-7D8A-76B2-0D51-ABEDEB707267}" dt="2025-12-11T02:20:53.201" v="1496" actId="20577"/>
        <pc:sldMkLst>
          <pc:docMk/>
          <pc:sldMk cId="2654424643" sldId="263"/>
        </pc:sldMkLst>
      </pc:sldChg>
      <pc:sldChg chg="modSp add replId">
        <pc:chgData name="Al Harash Leen" userId="S::2234270@crosemont.qc.ca::14949018-2230-4bf7-aafe-e91648a84a8b" providerId="AD" clId="Web-{506B6E39-7D8A-76B2-0D51-ABEDEB707267}" dt="2025-12-11T02:32:06.453" v="1542" actId="20577"/>
        <pc:sldMkLst>
          <pc:docMk/>
          <pc:sldMk cId="3547104769" sldId="264"/>
        </pc:sldMkLst>
      </pc:sldChg>
      <pc:sldMasterChg chg="add mod setBg addSldLayout modSldLayout">
        <pc:chgData name="Al Harash Leen" userId="S::2234270@crosemont.qc.ca::14949018-2230-4bf7-aafe-e91648a84a8b" providerId="AD" clId="Web-{506B6E39-7D8A-76B2-0D51-ABEDEB707267}" dt="2025-12-11T00:47:44.635" v="427"/>
        <pc:sldMasterMkLst>
          <pc:docMk/>
          <pc:sldMasterMk cId="3407973820" sldId="2147483721"/>
        </pc:sldMasterMkLst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1707985642" sldId="2147483710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782549152" sldId="2147483711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1390260084" sldId="2147483712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1122413234" sldId="2147483713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2137079749" sldId="2147483714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2670020073" sldId="2147483715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2896660657" sldId="2147483716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3836110959" sldId="2147483717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546306574" sldId="2147483718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606398908" sldId="2147483719"/>
          </pc:sldLayoutMkLst>
        </pc:sldLayoutChg>
        <pc:sldLayoutChg chg="add mod">
          <pc:chgData name="Al Harash Leen" userId="S::2234270@crosemont.qc.ca::14949018-2230-4bf7-aafe-e91648a84a8b" providerId="AD" clId="Web-{506B6E39-7D8A-76B2-0D51-ABEDEB707267}" dt="2025-12-11T00:47:44.635" v="427"/>
          <pc:sldLayoutMkLst>
            <pc:docMk/>
            <pc:sldMasterMk cId="3407973820" sldId="2147483721"/>
            <pc:sldLayoutMk cId="1250236626" sldId="2147483720"/>
          </pc:sldLayoutMkLst>
        </pc:sldLayoutChg>
      </pc:sldMasterChg>
    </pc:docChg>
  </pc:docChgLst>
  <pc:docChgLst>
    <pc:chgData name="Al Harash Leen" userId="S::2234270@crosemont.qc.ca::14949018-2230-4bf7-aafe-e91648a84a8b" providerId="AD" clId="Web-{0BE8236D-2CE7-EC38-76CA-083BAE1601A2}"/>
    <pc:docChg chg="modSld">
      <pc:chgData name="Al Harash Leen" userId="S::2234270@crosemont.qc.ca::14949018-2230-4bf7-aafe-e91648a84a8b" providerId="AD" clId="Web-{0BE8236D-2CE7-EC38-76CA-083BAE1601A2}" dt="2025-12-14T03:28:15.188" v="14" actId="1076"/>
      <pc:docMkLst>
        <pc:docMk/>
      </pc:docMkLst>
      <pc:sldChg chg="modSp">
        <pc:chgData name="Al Harash Leen" userId="S::2234270@crosemont.qc.ca::14949018-2230-4bf7-aafe-e91648a84a8b" providerId="AD" clId="Web-{0BE8236D-2CE7-EC38-76CA-083BAE1601A2}" dt="2025-12-14T03:28:15.188" v="14" actId="1076"/>
        <pc:sldMkLst>
          <pc:docMk/>
          <pc:sldMk cId="1465156439" sldId="262"/>
        </pc:sldMkLst>
        <pc:graphicFrameChg chg="mod modGraphic">
          <ac:chgData name="Al Harash Leen" userId="S::2234270@crosemont.qc.ca::14949018-2230-4bf7-aafe-e91648a84a8b" providerId="AD" clId="Web-{0BE8236D-2CE7-EC38-76CA-083BAE1601A2}" dt="2025-12-14T03:28:15.188" v="14" actId="1076"/>
          <ac:graphicFrameMkLst>
            <pc:docMk/>
            <pc:sldMk cId="1465156439" sldId="262"/>
            <ac:graphicFrameMk id="5" creationId="{7E332503-C284-6D0B-DA5F-8C3DE7A9B38E}"/>
          </ac:graphicFrameMkLst>
        </pc:graphicFrameChg>
      </pc:sldChg>
      <pc:sldChg chg="modSp">
        <pc:chgData name="Al Harash Leen" userId="S::2234270@crosemont.qc.ca::14949018-2230-4bf7-aafe-e91648a84a8b" providerId="AD" clId="Web-{0BE8236D-2CE7-EC38-76CA-083BAE1601A2}" dt="2025-12-14T03:17:23.205" v="1" actId="20577"/>
        <pc:sldMkLst>
          <pc:docMk/>
          <pc:sldMk cId="2654424643" sldId="263"/>
        </pc:sldMkLst>
        <pc:graphicFrameChg chg="modGraphic">
          <ac:chgData name="Al Harash Leen" userId="S::2234270@crosemont.qc.ca::14949018-2230-4bf7-aafe-e91648a84a8b" providerId="AD" clId="Web-{0BE8236D-2CE7-EC38-76CA-083BAE1601A2}" dt="2025-12-14T03:17:23.205" v="1" actId="20577"/>
          <ac:graphicFrameMkLst>
            <pc:docMk/>
            <pc:sldMk cId="2654424643" sldId="263"/>
            <ac:graphicFrameMk id="5" creationId="{DEB12AE1-8B47-0ED8-3520-68DEA31E1D23}"/>
          </ac:graphicFrameMkLst>
        </pc:graphicFrameChg>
      </pc:sldChg>
      <pc:sldChg chg="modSp">
        <pc:chgData name="Al Harash Leen" userId="S::2234270@crosemont.qc.ca::14949018-2230-4bf7-aafe-e91648a84a8b" providerId="AD" clId="Web-{0BE8236D-2CE7-EC38-76CA-083BAE1601A2}" dt="2025-12-14T03:25:04.682" v="11" actId="20577"/>
        <pc:sldMkLst>
          <pc:docMk/>
          <pc:sldMk cId="3491660690" sldId="265"/>
        </pc:sldMkLst>
        <pc:graphicFrameChg chg="modGraphic">
          <ac:chgData name="Al Harash Leen" userId="S::2234270@crosemont.qc.ca::14949018-2230-4bf7-aafe-e91648a84a8b" providerId="AD" clId="Web-{0BE8236D-2CE7-EC38-76CA-083BAE1601A2}" dt="2025-12-14T03:25:04.682" v="11" actId="20577"/>
          <ac:graphicFrameMkLst>
            <pc:docMk/>
            <pc:sldMk cId="3491660690" sldId="265"/>
            <ac:graphicFrameMk id="5" creationId="{80571649-1A68-C501-DE0D-97C0EB7803B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EAB4E1-8480-4E74-B8FD-87277896F98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DD8E30B-A9F0-4DA3-9B2D-E9F2D79EF49B}">
      <dgm:prSet custT="1"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Authentification</a:t>
          </a:r>
          <a:r>
            <a:rPr lang="en-US" sz="1800" dirty="0">
              <a:latin typeface="Univers Condensed"/>
              <a:ea typeface="Calibri"/>
              <a:cs typeface="Calibri"/>
            </a:rPr>
            <a:t> </a:t>
          </a:r>
          <a:r>
            <a:rPr lang="en-US" sz="1800" dirty="0" err="1">
              <a:latin typeface="Univers Condensed"/>
              <a:ea typeface="Calibri"/>
              <a:cs typeface="Calibri"/>
            </a:rPr>
            <a:t>basée</a:t>
          </a:r>
          <a:r>
            <a:rPr lang="en-US" sz="1800" dirty="0">
              <a:latin typeface="Univers Condensed"/>
              <a:ea typeface="Calibri"/>
              <a:cs typeface="Calibri"/>
            </a:rPr>
            <a:t> sur les </a:t>
          </a:r>
          <a:r>
            <a:rPr lang="en-US" sz="1800" dirty="0" err="1">
              <a:latin typeface="Univers Condensed"/>
              <a:ea typeface="Calibri"/>
              <a:cs typeface="Calibri"/>
            </a:rPr>
            <a:t>rôles</a:t>
          </a:r>
          <a:r>
            <a:rPr lang="en-US" sz="1800" dirty="0">
              <a:latin typeface="Univers Condensed"/>
              <a:ea typeface="Calibri"/>
              <a:cs typeface="Calibri"/>
            </a:rPr>
            <a:t>.</a:t>
          </a:r>
        </a:p>
      </dgm:t>
    </dgm:pt>
    <dgm:pt modelId="{7CA062F7-A8DA-4E88-BA4B-78DB1D0C7BBB}" type="parTrans" cxnId="{A3B4589A-9951-4EAC-B2D8-275A485C9D40}">
      <dgm:prSet/>
      <dgm:spPr/>
      <dgm:t>
        <a:bodyPr/>
        <a:lstStyle/>
        <a:p>
          <a:endParaRPr lang="en-US"/>
        </a:p>
      </dgm:t>
    </dgm:pt>
    <dgm:pt modelId="{2EDBAE50-A655-4C84-BE0F-C227FAF7DAFF}" type="sibTrans" cxnId="{A3B4589A-9951-4EAC-B2D8-275A485C9D40}">
      <dgm:prSet/>
      <dgm:spPr/>
      <dgm:t>
        <a:bodyPr/>
        <a:lstStyle/>
        <a:p>
          <a:endParaRPr lang="en-US"/>
        </a:p>
      </dgm:t>
    </dgm:pt>
    <dgm:pt modelId="{E426D1EE-6D31-4187-8AB9-5D80FD83937E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Connexion</a:t>
          </a:r>
          <a:r>
            <a:rPr lang="en-US" sz="1800" dirty="0">
              <a:latin typeface="Univers Condensed"/>
              <a:ea typeface="Calibri"/>
              <a:cs typeface="Calibri"/>
            </a:rPr>
            <a:t> via un </a:t>
          </a:r>
          <a:r>
            <a:rPr lang="en-US" sz="1800" dirty="0" err="1">
              <a:latin typeface="Univers Condensed"/>
              <a:ea typeface="Calibri"/>
              <a:cs typeface="Calibri"/>
            </a:rPr>
            <a:t>compte</a:t>
          </a:r>
          <a:r>
            <a:rPr lang="en-US" sz="1800" dirty="0">
              <a:latin typeface="Univers Condensed"/>
              <a:ea typeface="Calibri"/>
              <a:cs typeface="Calibri"/>
            </a:rPr>
            <a:t> Google.</a:t>
          </a:r>
        </a:p>
      </dgm:t>
    </dgm:pt>
    <dgm:pt modelId="{C6FD1179-701B-460B-92BF-2BA39A9F46FB}" type="parTrans" cxnId="{63891EC4-CBB1-4C2A-A3D8-C7F228757357}">
      <dgm:prSet/>
      <dgm:spPr/>
      <dgm:t>
        <a:bodyPr/>
        <a:lstStyle/>
        <a:p>
          <a:endParaRPr lang="en-US"/>
        </a:p>
      </dgm:t>
    </dgm:pt>
    <dgm:pt modelId="{44F1F867-DF21-4CCF-88E3-6998CFDA8982}" type="sibTrans" cxnId="{63891EC4-CBB1-4C2A-A3D8-C7F228757357}">
      <dgm:prSet/>
      <dgm:spPr/>
      <dgm:t>
        <a:bodyPr/>
        <a:lstStyle/>
        <a:p>
          <a:endParaRPr lang="en-US"/>
        </a:p>
      </dgm:t>
    </dgm:pt>
    <dgm:pt modelId="{6F55D5ED-5F8C-42C9-8453-B2AE216C2438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Paramétrage</a:t>
          </a:r>
          <a:r>
            <a:rPr lang="en-US" sz="1800" dirty="0">
              <a:latin typeface="Univers Condensed"/>
              <a:ea typeface="Calibri"/>
              <a:cs typeface="Calibri"/>
            </a:rPr>
            <a:t> pour les </a:t>
          </a:r>
          <a:r>
            <a:rPr lang="en-US" sz="1800" dirty="0" err="1">
              <a:latin typeface="Univers Condensed"/>
              <a:ea typeface="Calibri"/>
              <a:cs typeface="Calibri"/>
            </a:rPr>
            <a:t>comptes</a:t>
          </a:r>
          <a:r>
            <a:rPr lang="en-US" sz="1800" dirty="0">
              <a:latin typeface="Univers Condensed"/>
              <a:ea typeface="Calibri"/>
              <a:cs typeface="Calibri"/>
            </a:rPr>
            <a:t> </a:t>
          </a:r>
          <a:r>
            <a:rPr lang="en-US" sz="1800" dirty="0" err="1">
              <a:latin typeface="Univers Condensed"/>
              <a:ea typeface="Calibri"/>
              <a:cs typeface="Calibri"/>
            </a:rPr>
            <a:t>utilisateurs</a:t>
          </a:r>
          <a:r>
            <a:rPr lang="en-US" sz="1800" dirty="0">
              <a:latin typeface="Univers Condensed"/>
              <a:ea typeface="Calibri"/>
              <a:cs typeface="Calibri"/>
            </a:rPr>
            <a:t>.</a:t>
          </a:r>
        </a:p>
      </dgm:t>
    </dgm:pt>
    <dgm:pt modelId="{E7F70D78-4285-4DF3-A1C6-53276BA091B7}" type="parTrans" cxnId="{161186E2-DEA8-4149-BC9C-FB84AC5B5FAE}">
      <dgm:prSet/>
      <dgm:spPr/>
      <dgm:t>
        <a:bodyPr/>
        <a:lstStyle/>
        <a:p>
          <a:endParaRPr lang="en-US"/>
        </a:p>
      </dgm:t>
    </dgm:pt>
    <dgm:pt modelId="{4A9E23EB-81BA-4E6E-BDEA-C75865471574}" type="sibTrans" cxnId="{161186E2-DEA8-4149-BC9C-FB84AC5B5FAE}">
      <dgm:prSet/>
      <dgm:spPr/>
      <dgm:t>
        <a:bodyPr/>
        <a:lstStyle/>
        <a:p>
          <a:endParaRPr lang="en-US"/>
        </a:p>
      </dgm:t>
    </dgm:pt>
    <dgm:pt modelId="{5F087982-FC8D-413C-AC21-FB5D85B89FEE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Changement</a:t>
          </a:r>
          <a:r>
            <a:rPr lang="en-US" sz="1800" dirty="0">
              <a:latin typeface="Univers Condensed"/>
              <a:ea typeface="Calibri"/>
              <a:cs typeface="Calibri"/>
            </a:rPr>
            <a:t> </a:t>
          </a:r>
          <a:r>
            <a:rPr lang="en-US" sz="1800" dirty="0" err="1">
              <a:latin typeface="Univers Condensed"/>
              <a:ea typeface="Calibri"/>
              <a:cs typeface="Calibri"/>
            </a:rPr>
            <a:t>sécurisé</a:t>
          </a:r>
          <a:r>
            <a:rPr lang="en-US" sz="1800" dirty="0">
              <a:latin typeface="Univers Condensed"/>
              <a:ea typeface="Calibri"/>
              <a:cs typeface="Calibri"/>
            </a:rPr>
            <a:t> du mot de passe.</a:t>
          </a:r>
        </a:p>
      </dgm:t>
    </dgm:pt>
    <dgm:pt modelId="{AE41AC04-702A-4FF8-9E4D-5B4937911745}" type="parTrans" cxnId="{82F15661-977C-4365-8338-A6B0EA6876A4}">
      <dgm:prSet/>
      <dgm:spPr/>
      <dgm:t>
        <a:bodyPr/>
        <a:lstStyle/>
        <a:p>
          <a:endParaRPr lang="en-US"/>
        </a:p>
      </dgm:t>
    </dgm:pt>
    <dgm:pt modelId="{CCE1730E-01BA-4F94-8B12-27A6431EE7E4}" type="sibTrans" cxnId="{82F15661-977C-4365-8338-A6B0EA6876A4}">
      <dgm:prSet/>
      <dgm:spPr/>
      <dgm:t>
        <a:bodyPr/>
        <a:lstStyle/>
        <a:p>
          <a:endParaRPr lang="en-US"/>
        </a:p>
      </dgm:t>
    </dgm:pt>
    <dgm:pt modelId="{C2AD7E4E-2C5B-414C-8ADB-D8632554C40A}">
      <dgm:prSet/>
      <dgm:spPr/>
      <dgm:t>
        <a:bodyPr/>
        <a:lstStyle/>
        <a:p>
          <a:r>
            <a:rPr lang="en-US" sz="1800" dirty="0">
              <a:latin typeface="Univers Condensed"/>
              <a:ea typeface="Calibri"/>
              <a:cs typeface="Calibri"/>
            </a:rPr>
            <a:t>Envoi et </a:t>
          </a:r>
          <a:r>
            <a:rPr lang="en-US" sz="1800" dirty="0" err="1">
              <a:latin typeface="Univers Condensed"/>
              <a:ea typeface="Calibri"/>
              <a:cs typeface="Calibri"/>
            </a:rPr>
            <a:t>réception</a:t>
          </a:r>
          <a:r>
            <a:rPr lang="en-US" sz="1800" dirty="0">
              <a:latin typeface="Univers Condensed"/>
              <a:ea typeface="Calibri"/>
              <a:cs typeface="Calibri"/>
            </a:rPr>
            <a:t> de </a:t>
          </a:r>
          <a:r>
            <a:rPr lang="en-US" sz="1800" dirty="0" err="1">
              <a:latin typeface="Univers Condensed"/>
              <a:ea typeface="Calibri"/>
              <a:cs typeface="Calibri"/>
            </a:rPr>
            <a:t>fichiers</a:t>
          </a:r>
          <a:r>
            <a:rPr lang="en-US" sz="1800" dirty="0">
              <a:latin typeface="Univers Condensed"/>
              <a:ea typeface="Calibri"/>
              <a:cs typeface="Calibri"/>
            </a:rPr>
            <a:t> dans le chat.</a:t>
          </a:r>
        </a:p>
      </dgm:t>
    </dgm:pt>
    <dgm:pt modelId="{F2E877DC-7A5C-4169-A855-ACA664846A80}" type="parTrans" cxnId="{19044393-4A68-4509-A907-8671175BAB0D}">
      <dgm:prSet/>
      <dgm:spPr/>
      <dgm:t>
        <a:bodyPr/>
        <a:lstStyle/>
        <a:p>
          <a:endParaRPr lang="en-US"/>
        </a:p>
      </dgm:t>
    </dgm:pt>
    <dgm:pt modelId="{276811CE-5591-46F3-A3E5-0F8A1EB4C810}" type="sibTrans" cxnId="{19044393-4A68-4509-A907-8671175BAB0D}">
      <dgm:prSet/>
      <dgm:spPr/>
      <dgm:t>
        <a:bodyPr/>
        <a:lstStyle/>
        <a:p>
          <a:endParaRPr lang="en-US"/>
        </a:p>
      </dgm:t>
    </dgm:pt>
    <dgm:pt modelId="{BDAE5209-F82B-4580-864E-0F6EEBF80EC1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Affichage</a:t>
          </a:r>
          <a:r>
            <a:rPr lang="en-US" sz="1800" dirty="0">
              <a:latin typeface="Univers Condensed"/>
              <a:ea typeface="Calibri"/>
              <a:cs typeface="Calibri"/>
            </a:rPr>
            <a:t> des </a:t>
          </a:r>
          <a:r>
            <a:rPr lang="en-US" sz="1800" dirty="0" err="1">
              <a:latin typeface="Univers Condensed"/>
              <a:ea typeface="Calibri"/>
              <a:cs typeface="Calibri"/>
            </a:rPr>
            <a:t>heures</a:t>
          </a:r>
          <a:r>
            <a:rPr lang="en-US" sz="1800" dirty="0">
              <a:latin typeface="Univers Condensed"/>
              <a:ea typeface="Calibri"/>
              <a:cs typeface="Calibri"/>
            </a:rPr>
            <a:t> et dates des messages.</a:t>
          </a:r>
        </a:p>
      </dgm:t>
    </dgm:pt>
    <dgm:pt modelId="{B8389AB5-2856-46E8-A16C-08CD5FDE224C}" type="parTrans" cxnId="{F9ECBA40-1DE8-4224-B293-C0BB8C132842}">
      <dgm:prSet/>
      <dgm:spPr/>
      <dgm:t>
        <a:bodyPr/>
        <a:lstStyle/>
        <a:p>
          <a:endParaRPr lang="en-US"/>
        </a:p>
      </dgm:t>
    </dgm:pt>
    <dgm:pt modelId="{40B8D535-F5CE-42E3-B748-B17AD032ACF2}" type="sibTrans" cxnId="{F9ECBA40-1DE8-4224-B293-C0BB8C132842}">
      <dgm:prSet/>
      <dgm:spPr/>
      <dgm:t>
        <a:bodyPr/>
        <a:lstStyle/>
        <a:p>
          <a:endParaRPr lang="en-US"/>
        </a:p>
      </dgm:t>
    </dgm:pt>
    <dgm:pt modelId="{0110B7E7-A590-42D0-B4CA-FE9309F4CC4B}">
      <dgm:prSet/>
      <dgm:spPr/>
      <dgm:t>
        <a:bodyPr/>
        <a:lstStyle/>
        <a:p>
          <a:r>
            <a:rPr lang="en-US" sz="1800">
              <a:latin typeface="Univers Condensed"/>
              <a:ea typeface="Calibri"/>
              <a:cs typeface="Calibri"/>
            </a:rPr>
            <a:t>Module Q&amp;A pour les parents.</a:t>
          </a:r>
          <a:endParaRPr lang="en-US" sz="1800" dirty="0">
            <a:latin typeface="Univers Condensed"/>
            <a:ea typeface="Calibri"/>
            <a:cs typeface="Calibri"/>
          </a:endParaRPr>
        </a:p>
      </dgm:t>
    </dgm:pt>
    <dgm:pt modelId="{1CF22F6E-1F0D-4C8D-8730-88EDAFB5AFCB}" type="parTrans" cxnId="{448A1263-9920-402E-A9A1-3A290AE80AEB}">
      <dgm:prSet/>
      <dgm:spPr/>
      <dgm:t>
        <a:bodyPr/>
        <a:lstStyle/>
        <a:p>
          <a:endParaRPr lang="en-US"/>
        </a:p>
      </dgm:t>
    </dgm:pt>
    <dgm:pt modelId="{FF145768-9439-4A71-AF82-0EEFF1C71F37}" type="sibTrans" cxnId="{448A1263-9920-402E-A9A1-3A290AE80AEB}">
      <dgm:prSet/>
      <dgm:spPr/>
      <dgm:t>
        <a:bodyPr/>
        <a:lstStyle/>
        <a:p>
          <a:endParaRPr lang="en-US"/>
        </a:p>
      </dgm:t>
    </dgm:pt>
    <dgm:pt modelId="{2F79729E-3781-4999-9A96-6FF25E84A7F3}">
      <dgm:prSet/>
      <dgm:spPr/>
      <dgm:t>
        <a:bodyPr/>
        <a:lstStyle/>
        <a:p>
          <a:r>
            <a:rPr lang="en-US" sz="1800" dirty="0">
              <a:latin typeface="Univers Condensed"/>
              <a:ea typeface="Calibri"/>
              <a:cs typeface="Calibri"/>
            </a:rPr>
            <a:t>Interface </a:t>
          </a:r>
          <a:r>
            <a:rPr lang="en-US" sz="1800" dirty="0" err="1">
              <a:latin typeface="Univers Condensed"/>
              <a:ea typeface="Calibri"/>
              <a:cs typeface="Calibri"/>
            </a:rPr>
            <a:t>complète</a:t>
          </a:r>
          <a:r>
            <a:rPr lang="en-US" sz="1800" dirty="0">
              <a:latin typeface="Univers Condensed"/>
              <a:ea typeface="Calibri"/>
              <a:cs typeface="Calibri"/>
            </a:rPr>
            <a:t> avec CSS responsive.</a:t>
          </a:r>
        </a:p>
      </dgm:t>
    </dgm:pt>
    <dgm:pt modelId="{84C2AD49-C21A-45FC-ACFA-E44D26B1BC39}" type="parTrans" cxnId="{EBBAD1E3-478E-41EF-BF5B-F69ACF1A53B7}">
      <dgm:prSet/>
      <dgm:spPr/>
      <dgm:t>
        <a:bodyPr/>
        <a:lstStyle/>
        <a:p>
          <a:endParaRPr lang="en-US"/>
        </a:p>
      </dgm:t>
    </dgm:pt>
    <dgm:pt modelId="{A67DEE6F-B979-4F53-A4FD-9E900774D0B6}" type="sibTrans" cxnId="{EBBAD1E3-478E-41EF-BF5B-F69ACF1A53B7}">
      <dgm:prSet/>
      <dgm:spPr/>
      <dgm:t>
        <a:bodyPr/>
        <a:lstStyle/>
        <a:p>
          <a:endParaRPr lang="en-US"/>
        </a:p>
      </dgm:t>
    </dgm:pt>
    <dgm:pt modelId="{D223EF0A-4AD1-442E-BBB2-64DDE38CAEC8}">
      <dgm:prSet/>
      <dgm:spPr/>
      <dgm:t>
        <a:bodyPr/>
        <a:lstStyle/>
        <a:p>
          <a:r>
            <a:rPr lang="en-US" sz="1800" dirty="0">
              <a:latin typeface="Univers Condensed"/>
              <a:ea typeface="Calibri"/>
              <a:cs typeface="Calibri"/>
            </a:rPr>
            <a:t>Suppression des </a:t>
          </a:r>
          <a:r>
            <a:rPr lang="en-US" sz="1800" dirty="0" err="1">
              <a:latin typeface="Univers Condensed"/>
              <a:ea typeface="Calibri"/>
              <a:cs typeface="Calibri"/>
            </a:rPr>
            <a:t>annonces</a:t>
          </a:r>
          <a:r>
            <a:rPr lang="en-US" sz="1800" dirty="0">
              <a:latin typeface="Univers Condensed"/>
              <a:ea typeface="Calibri"/>
              <a:cs typeface="Calibri"/>
            </a:rPr>
            <a:t>.</a:t>
          </a:r>
        </a:p>
      </dgm:t>
    </dgm:pt>
    <dgm:pt modelId="{43D5D450-B746-4722-86B8-D1A1BC3044F0}" type="parTrans" cxnId="{19B5235C-4C7F-4F38-AF2E-1FD958B5AABF}">
      <dgm:prSet/>
      <dgm:spPr/>
      <dgm:t>
        <a:bodyPr/>
        <a:lstStyle/>
        <a:p>
          <a:endParaRPr lang="en-US"/>
        </a:p>
      </dgm:t>
    </dgm:pt>
    <dgm:pt modelId="{21B28693-B9BA-472D-B9B0-04EC3371EDC6}" type="sibTrans" cxnId="{19B5235C-4C7F-4F38-AF2E-1FD958B5AABF}">
      <dgm:prSet/>
      <dgm:spPr/>
      <dgm:t>
        <a:bodyPr/>
        <a:lstStyle/>
        <a:p>
          <a:endParaRPr lang="en-US"/>
        </a:p>
      </dgm:t>
    </dgm:pt>
    <dgm:pt modelId="{A76C09A7-F4D7-4ABA-9217-98EB87985497}" type="pres">
      <dgm:prSet presAssocID="{16EAB4E1-8480-4E74-B8FD-87277896F988}" presName="diagram" presStyleCnt="0">
        <dgm:presLayoutVars>
          <dgm:dir/>
          <dgm:resizeHandles val="exact"/>
        </dgm:presLayoutVars>
      </dgm:prSet>
      <dgm:spPr/>
    </dgm:pt>
    <dgm:pt modelId="{61CCF010-BE93-4DB1-B7A2-B9B95056CA2C}" type="pres">
      <dgm:prSet presAssocID="{8DD8E30B-A9F0-4DA3-9B2D-E9F2D79EF49B}" presName="node" presStyleLbl="node1" presStyleIdx="0" presStyleCnt="9">
        <dgm:presLayoutVars>
          <dgm:bulletEnabled val="1"/>
        </dgm:presLayoutVars>
      </dgm:prSet>
      <dgm:spPr/>
    </dgm:pt>
    <dgm:pt modelId="{28EDB868-A2F3-48A9-B50E-65F8AA121184}" type="pres">
      <dgm:prSet presAssocID="{2EDBAE50-A655-4C84-BE0F-C227FAF7DAFF}" presName="sibTrans" presStyleCnt="0"/>
      <dgm:spPr/>
    </dgm:pt>
    <dgm:pt modelId="{0835FB40-8C00-413D-9C48-3F54E7043DA4}" type="pres">
      <dgm:prSet presAssocID="{E426D1EE-6D31-4187-8AB9-5D80FD83937E}" presName="node" presStyleLbl="node1" presStyleIdx="1" presStyleCnt="9">
        <dgm:presLayoutVars>
          <dgm:bulletEnabled val="1"/>
        </dgm:presLayoutVars>
      </dgm:prSet>
      <dgm:spPr/>
    </dgm:pt>
    <dgm:pt modelId="{230878B7-7704-4560-9324-CE98EAF49B65}" type="pres">
      <dgm:prSet presAssocID="{44F1F867-DF21-4CCF-88E3-6998CFDA8982}" presName="sibTrans" presStyleCnt="0"/>
      <dgm:spPr/>
    </dgm:pt>
    <dgm:pt modelId="{57361F66-73C8-416E-8D0B-0CBC8D24023B}" type="pres">
      <dgm:prSet presAssocID="{6F55D5ED-5F8C-42C9-8453-B2AE216C2438}" presName="node" presStyleLbl="node1" presStyleIdx="2" presStyleCnt="9">
        <dgm:presLayoutVars>
          <dgm:bulletEnabled val="1"/>
        </dgm:presLayoutVars>
      </dgm:prSet>
      <dgm:spPr/>
    </dgm:pt>
    <dgm:pt modelId="{38852DA8-D03A-4BA6-8B9E-3CD2B1EA5084}" type="pres">
      <dgm:prSet presAssocID="{4A9E23EB-81BA-4E6E-BDEA-C75865471574}" presName="sibTrans" presStyleCnt="0"/>
      <dgm:spPr/>
    </dgm:pt>
    <dgm:pt modelId="{E77B99BD-9D04-46F0-9C32-EF9BB7B71ABA}" type="pres">
      <dgm:prSet presAssocID="{5F087982-FC8D-413C-AC21-FB5D85B89FEE}" presName="node" presStyleLbl="node1" presStyleIdx="3" presStyleCnt="9">
        <dgm:presLayoutVars>
          <dgm:bulletEnabled val="1"/>
        </dgm:presLayoutVars>
      </dgm:prSet>
      <dgm:spPr/>
    </dgm:pt>
    <dgm:pt modelId="{98B70C77-7A64-40B3-A858-B8643C1102E9}" type="pres">
      <dgm:prSet presAssocID="{CCE1730E-01BA-4F94-8B12-27A6431EE7E4}" presName="sibTrans" presStyleCnt="0"/>
      <dgm:spPr/>
    </dgm:pt>
    <dgm:pt modelId="{77009C34-6F0F-4ADF-B885-26B0CCDCD55B}" type="pres">
      <dgm:prSet presAssocID="{C2AD7E4E-2C5B-414C-8ADB-D8632554C40A}" presName="node" presStyleLbl="node1" presStyleIdx="4" presStyleCnt="9">
        <dgm:presLayoutVars>
          <dgm:bulletEnabled val="1"/>
        </dgm:presLayoutVars>
      </dgm:prSet>
      <dgm:spPr/>
    </dgm:pt>
    <dgm:pt modelId="{C92DF9BE-3410-413B-8CF0-D6FBEDDCA28D}" type="pres">
      <dgm:prSet presAssocID="{276811CE-5591-46F3-A3E5-0F8A1EB4C810}" presName="sibTrans" presStyleCnt="0"/>
      <dgm:spPr/>
    </dgm:pt>
    <dgm:pt modelId="{EC765BDB-E928-4E18-A789-D9EA798BEB0B}" type="pres">
      <dgm:prSet presAssocID="{BDAE5209-F82B-4580-864E-0F6EEBF80EC1}" presName="node" presStyleLbl="node1" presStyleIdx="5" presStyleCnt="9">
        <dgm:presLayoutVars>
          <dgm:bulletEnabled val="1"/>
        </dgm:presLayoutVars>
      </dgm:prSet>
      <dgm:spPr/>
    </dgm:pt>
    <dgm:pt modelId="{EAE1E51D-8839-4B26-BFD3-7E90EE4B8E0C}" type="pres">
      <dgm:prSet presAssocID="{40B8D535-F5CE-42E3-B748-B17AD032ACF2}" presName="sibTrans" presStyleCnt="0"/>
      <dgm:spPr/>
    </dgm:pt>
    <dgm:pt modelId="{F475A917-CFD0-46C2-BEBB-6987DC8DDC9F}" type="pres">
      <dgm:prSet presAssocID="{0110B7E7-A590-42D0-B4CA-FE9309F4CC4B}" presName="node" presStyleLbl="node1" presStyleIdx="6" presStyleCnt="9">
        <dgm:presLayoutVars>
          <dgm:bulletEnabled val="1"/>
        </dgm:presLayoutVars>
      </dgm:prSet>
      <dgm:spPr/>
    </dgm:pt>
    <dgm:pt modelId="{890FE804-0FCD-4AC6-8803-AD2FBC8F0F5D}" type="pres">
      <dgm:prSet presAssocID="{FF145768-9439-4A71-AF82-0EEFF1C71F37}" presName="sibTrans" presStyleCnt="0"/>
      <dgm:spPr/>
    </dgm:pt>
    <dgm:pt modelId="{6BCF56EE-8042-4E64-86E5-312F9C8C4D7F}" type="pres">
      <dgm:prSet presAssocID="{2F79729E-3781-4999-9A96-6FF25E84A7F3}" presName="node" presStyleLbl="node1" presStyleIdx="7" presStyleCnt="9">
        <dgm:presLayoutVars>
          <dgm:bulletEnabled val="1"/>
        </dgm:presLayoutVars>
      </dgm:prSet>
      <dgm:spPr/>
    </dgm:pt>
    <dgm:pt modelId="{0A2F7268-DBA2-44A9-8F8E-705A8A542F8E}" type="pres">
      <dgm:prSet presAssocID="{A67DEE6F-B979-4F53-A4FD-9E900774D0B6}" presName="sibTrans" presStyleCnt="0"/>
      <dgm:spPr/>
    </dgm:pt>
    <dgm:pt modelId="{7FF411DE-3A40-4A0E-B060-234A84FC7DE7}" type="pres">
      <dgm:prSet presAssocID="{D223EF0A-4AD1-442E-BBB2-64DDE38CAEC8}" presName="node" presStyleLbl="node1" presStyleIdx="8" presStyleCnt="9">
        <dgm:presLayoutVars>
          <dgm:bulletEnabled val="1"/>
        </dgm:presLayoutVars>
      </dgm:prSet>
      <dgm:spPr/>
    </dgm:pt>
  </dgm:ptLst>
  <dgm:cxnLst>
    <dgm:cxn modelId="{1898E214-5B62-45F5-BED7-A14F2AB4B8D1}" type="presOf" srcId="{16EAB4E1-8480-4E74-B8FD-87277896F988}" destId="{A76C09A7-F4D7-4ABA-9217-98EB87985497}" srcOrd="0" destOrd="0" presId="urn:microsoft.com/office/officeart/2005/8/layout/default"/>
    <dgm:cxn modelId="{C4498225-F6F2-459E-8250-CB6742A1CFC8}" type="presOf" srcId="{BDAE5209-F82B-4580-864E-0F6EEBF80EC1}" destId="{EC765BDB-E928-4E18-A789-D9EA798BEB0B}" srcOrd="0" destOrd="0" presId="urn:microsoft.com/office/officeart/2005/8/layout/default"/>
    <dgm:cxn modelId="{1DFFA92F-3A9C-473B-95BB-00FF5F3E4769}" type="presOf" srcId="{0110B7E7-A590-42D0-B4CA-FE9309F4CC4B}" destId="{F475A917-CFD0-46C2-BEBB-6987DC8DDC9F}" srcOrd="0" destOrd="0" presId="urn:microsoft.com/office/officeart/2005/8/layout/default"/>
    <dgm:cxn modelId="{F9ECBA40-1DE8-4224-B293-C0BB8C132842}" srcId="{16EAB4E1-8480-4E74-B8FD-87277896F988}" destId="{BDAE5209-F82B-4580-864E-0F6EEBF80EC1}" srcOrd="5" destOrd="0" parTransId="{B8389AB5-2856-46E8-A16C-08CD5FDE224C}" sibTransId="{40B8D535-F5CE-42E3-B748-B17AD032ACF2}"/>
    <dgm:cxn modelId="{19B5235C-4C7F-4F38-AF2E-1FD958B5AABF}" srcId="{16EAB4E1-8480-4E74-B8FD-87277896F988}" destId="{D223EF0A-4AD1-442E-BBB2-64DDE38CAEC8}" srcOrd="8" destOrd="0" parTransId="{43D5D450-B746-4722-86B8-D1A1BC3044F0}" sibTransId="{21B28693-B9BA-472D-B9B0-04EC3371EDC6}"/>
    <dgm:cxn modelId="{82F15661-977C-4365-8338-A6B0EA6876A4}" srcId="{16EAB4E1-8480-4E74-B8FD-87277896F988}" destId="{5F087982-FC8D-413C-AC21-FB5D85B89FEE}" srcOrd="3" destOrd="0" parTransId="{AE41AC04-702A-4FF8-9E4D-5B4937911745}" sibTransId="{CCE1730E-01BA-4F94-8B12-27A6431EE7E4}"/>
    <dgm:cxn modelId="{448A1263-9920-402E-A9A1-3A290AE80AEB}" srcId="{16EAB4E1-8480-4E74-B8FD-87277896F988}" destId="{0110B7E7-A590-42D0-B4CA-FE9309F4CC4B}" srcOrd="6" destOrd="0" parTransId="{1CF22F6E-1F0D-4C8D-8730-88EDAFB5AFCB}" sibTransId="{FF145768-9439-4A71-AF82-0EEFF1C71F37}"/>
    <dgm:cxn modelId="{B12BA08C-9440-4EB2-8CBE-F3D10F0B0130}" type="presOf" srcId="{8DD8E30B-A9F0-4DA3-9B2D-E9F2D79EF49B}" destId="{61CCF010-BE93-4DB1-B7A2-B9B95056CA2C}" srcOrd="0" destOrd="0" presId="urn:microsoft.com/office/officeart/2005/8/layout/default"/>
    <dgm:cxn modelId="{19044393-4A68-4509-A907-8671175BAB0D}" srcId="{16EAB4E1-8480-4E74-B8FD-87277896F988}" destId="{C2AD7E4E-2C5B-414C-8ADB-D8632554C40A}" srcOrd="4" destOrd="0" parTransId="{F2E877DC-7A5C-4169-A855-ACA664846A80}" sibTransId="{276811CE-5591-46F3-A3E5-0F8A1EB4C810}"/>
    <dgm:cxn modelId="{A3B4589A-9951-4EAC-B2D8-275A485C9D40}" srcId="{16EAB4E1-8480-4E74-B8FD-87277896F988}" destId="{8DD8E30B-A9F0-4DA3-9B2D-E9F2D79EF49B}" srcOrd="0" destOrd="0" parTransId="{7CA062F7-A8DA-4E88-BA4B-78DB1D0C7BBB}" sibTransId="{2EDBAE50-A655-4C84-BE0F-C227FAF7DAFF}"/>
    <dgm:cxn modelId="{42ED5CA7-E5A2-4D42-8F27-E708824D009E}" type="presOf" srcId="{E426D1EE-6D31-4187-8AB9-5D80FD83937E}" destId="{0835FB40-8C00-413D-9C48-3F54E7043DA4}" srcOrd="0" destOrd="0" presId="urn:microsoft.com/office/officeart/2005/8/layout/default"/>
    <dgm:cxn modelId="{71E458B4-8521-4530-94F5-BF29AE46FC7F}" type="presOf" srcId="{5F087982-FC8D-413C-AC21-FB5D85B89FEE}" destId="{E77B99BD-9D04-46F0-9C32-EF9BB7B71ABA}" srcOrd="0" destOrd="0" presId="urn:microsoft.com/office/officeart/2005/8/layout/default"/>
    <dgm:cxn modelId="{CFC2E5B6-C0E9-4C91-AA06-18EC3B8D404D}" type="presOf" srcId="{6F55D5ED-5F8C-42C9-8453-B2AE216C2438}" destId="{57361F66-73C8-416E-8D0B-0CBC8D24023B}" srcOrd="0" destOrd="0" presId="urn:microsoft.com/office/officeart/2005/8/layout/default"/>
    <dgm:cxn modelId="{63891EC4-CBB1-4C2A-A3D8-C7F228757357}" srcId="{16EAB4E1-8480-4E74-B8FD-87277896F988}" destId="{E426D1EE-6D31-4187-8AB9-5D80FD83937E}" srcOrd="1" destOrd="0" parTransId="{C6FD1179-701B-460B-92BF-2BA39A9F46FB}" sibTransId="{44F1F867-DF21-4CCF-88E3-6998CFDA8982}"/>
    <dgm:cxn modelId="{298B42C9-7D90-4B9E-93B4-2C44A93558E6}" type="presOf" srcId="{D223EF0A-4AD1-442E-BBB2-64DDE38CAEC8}" destId="{7FF411DE-3A40-4A0E-B060-234A84FC7DE7}" srcOrd="0" destOrd="0" presId="urn:microsoft.com/office/officeart/2005/8/layout/default"/>
    <dgm:cxn modelId="{C00518D8-2312-44B2-A56B-2CADA7BA55B4}" type="presOf" srcId="{C2AD7E4E-2C5B-414C-8ADB-D8632554C40A}" destId="{77009C34-6F0F-4ADF-B885-26B0CCDCD55B}" srcOrd="0" destOrd="0" presId="urn:microsoft.com/office/officeart/2005/8/layout/default"/>
    <dgm:cxn modelId="{0EAE41DA-AD3C-4DE7-8547-B8979FFD9BA4}" type="presOf" srcId="{2F79729E-3781-4999-9A96-6FF25E84A7F3}" destId="{6BCF56EE-8042-4E64-86E5-312F9C8C4D7F}" srcOrd="0" destOrd="0" presId="urn:microsoft.com/office/officeart/2005/8/layout/default"/>
    <dgm:cxn modelId="{161186E2-DEA8-4149-BC9C-FB84AC5B5FAE}" srcId="{16EAB4E1-8480-4E74-B8FD-87277896F988}" destId="{6F55D5ED-5F8C-42C9-8453-B2AE216C2438}" srcOrd="2" destOrd="0" parTransId="{E7F70D78-4285-4DF3-A1C6-53276BA091B7}" sibTransId="{4A9E23EB-81BA-4E6E-BDEA-C75865471574}"/>
    <dgm:cxn modelId="{EBBAD1E3-478E-41EF-BF5B-F69ACF1A53B7}" srcId="{16EAB4E1-8480-4E74-B8FD-87277896F988}" destId="{2F79729E-3781-4999-9A96-6FF25E84A7F3}" srcOrd="7" destOrd="0" parTransId="{84C2AD49-C21A-45FC-ACFA-E44D26B1BC39}" sibTransId="{A67DEE6F-B979-4F53-A4FD-9E900774D0B6}"/>
    <dgm:cxn modelId="{9AFF7907-2DB2-4D33-AE82-1011BD79D0F6}" type="presParOf" srcId="{A76C09A7-F4D7-4ABA-9217-98EB87985497}" destId="{61CCF010-BE93-4DB1-B7A2-B9B95056CA2C}" srcOrd="0" destOrd="0" presId="urn:microsoft.com/office/officeart/2005/8/layout/default"/>
    <dgm:cxn modelId="{823C446E-7D86-4E6E-9937-1DC3F23A279C}" type="presParOf" srcId="{A76C09A7-F4D7-4ABA-9217-98EB87985497}" destId="{28EDB868-A2F3-48A9-B50E-65F8AA121184}" srcOrd="1" destOrd="0" presId="urn:microsoft.com/office/officeart/2005/8/layout/default"/>
    <dgm:cxn modelId="{38F35B6B-6C33-4E5E-B725-3D325FE6D1C9}" type="presParOf" srcId="{A76C09A7-F4D7-4ABA-9217-98EB87985497}" destId="{0835FB40-8C00-413D-9C48-3F54E7043DA4}" srcOrd="2" destOrd="0" presId="urn:microsoft.com/office/officeart/2005/8/layout/default"/>
    <dgm:cxn modelId="{EE55B983-5C46-4CCB-9F66-433754E64314}" type="presParOf" srcId="{A76C09A7-F4D7-4ABA-9217-98EB87985497}" destId="{230878B7-7704-4560-9324-CE98EAF49B65}" srcOrd="3" destOrd="0" presId="urn:microsoft.com/office/officeart/2005/8/layout/default"/>
    <dgm:cxn modelId="{2B1D070A-B398-4B95-8DEF-2BDB7EAA920F}" type="presParOf" srcId="{A76C09A7-F4D7-4ABA-9217-98EB87985497}" destId="{57361F66-73C8-416E-8D0B-0CBC8D24023B}" srcOrd="4" destOrd="0" presId="urn:microsoft.com/office/officeart/2005/8/layout/default"/>
    <dgm:cxn modelId="{4FD0A204-37A8-42ED-8591-BDD8CA4F4FAA}" type="presParOf" srcId="{A76C09A7-F4D7-4ABA-9217-98EB87985497}" destId="{38852DA8-D03A-4BA6-8B9E-3CD2B1EA5084}" srcOrd="5" destOrd="0" presId="urn:microsoft.com/office/officeart/2005/8/layout/default"/>
    <dgm:cxn modelId="{2B29A832-FF0A-4E04-9DA7-37C2346A017A}" type="presParOf" srcId="{A76C09A7-F4D7-4ABA-9217-98EB87985497}" destId="{E77B99BD-9D04-46F0-9C32-EF9BB7B71ABA}" srcOrd="6" destOrd="0" presId="urn:microsoft.com/office/officeart/2005/8/layout/default"/>
    <dgm:cxn modelId="{6CDA96EE-3CFF-476B-97A4-62EF78D5FF07}" type="presParOf" srcId="{A76C09A7-F4D7-4ABA-9217-98EB87985497}" destId="{98B70C77-7A64-40B3-A858-B8643C1102E9}" srcOrd="7" destOrd="0" presId="urn:microsoft.com/office/officeart/2005/8/layout/default"/>
    <dgm:cxn modelId="{FD8C6DFA-AB83-46E7-AA14-3F4E6D34ACEB}" type="presParOf" srcId="{A76C09A7-F4D7-4ABA-9217-98EB87985497}" destId="{77009C34-6F0F-4ADF-B885-26B0CCDCD55B}" srcOrd="8" destOrd="0" presId="urn:microsoft.com/office/officeart/2005/8/layout/default"/>
    <dgm:cxn modelId="{6539542C-2FD8-458B-B64E-EF05C0CA1775}" type="presParOf" srcId="{A76C09A7-F4D7-4ABA-9217-98EB87985497}" destId="{C92DF9BE-3410-413B-8CF0-D6FBEDDCA28D}" srcOrd="9" destOrd="0" presId="urn:microsoft.com/office/officeart/2005/8/layout/default"/>
    <dgm:cxn modelId="{55111B44-A718-455E-A78C-08CFD37EBBCB}" type="presParOf" srcId="{A76C09A7-F4D7-4ABA-9217-98EB87985497}" destId="{EC765BDB-E928-4E18-A789-D9EA798BEB0B}" srcOrd="10" destOrd="0" presId="urn:microsoft.com/office/officeart/2005/8/layout/default"/>
    <dgm:cxn modelId="{EE61DBAB-C4C0-47D4-A430-67530CF64D6C}" type="presParOf" srcId="{A76C09A7-F4D7-4ABA-9217-98EB87985497}" destId="{EAE1E51D-8839-4B26-BFD3-7E90EE4B8E0C}" srcOrd="11" destOrd="0" presId="urn:microsoft.com/office/officeart/2005/8/layout/default"/>
    <dgm:cxn modelId="{0281AEE0-AF7D-4CD0-9F2F-A52CA382E9DD}" type="presParOf" srcId="{A76C09A7-F4D7-4ABA-9217-98EB87985497}" destId="{F475A917-CFD0-46C2-BEBB-6987DC8DDC9F}" srcOrd="12" destOrd="0" presId="urn:microsoft.com/office/officeart/2005/8/layout/default"/>
    <dgm:cxn modelId="{B9C3A185-E893-448C-A72F-3F13FC947434}" type="presParOf" srcId="{A76C09A7-F4D7-4ABA-9217-98EB87985497}" destId="{890FE804-0FCD-4AC6-8803-AD2FBC8F0F5D}" srcOrd="13" destOrd="0" presId="urn:microsoft.com/office/officeart/2005/8/layout/default"/>
    <dgm:cxn modelId="{91C685AF-C4BD-4709-BAAA-AF4D1A630120}" type="presParOf" srcId="{A76C09A7-F4D7-4ABA-9217-98EB87985497}" destId="{6BCF56EE-8042-4E64-86E5-312F9C8C4D7F}" srcOrd="14" destOrd="0" presId="urn:microsoft.com/office/officeart/2005/8/layout/default"/>
    <dgm:cxn modelId="{3CAA5970-FD93-4A21-90B0-AEB94036F7A2}" type="presParOf" srcId="{A76C09A7-F4D7-4ABA-9217-98EB87985497}" destId="{0A2F7268-DBA2-44A9-8F8E-705A8A542F8E}" srcOrd="15" destOrd="0" presId="urn:microsoft.com/office/officeart/2005/8/layout/default"/>
    <dgm:cxn modelId="{651C0C40-941E-41D6-9FAE-BD2A0C72988A}" type="presParOf" srcId="{A76C09A7-F4D7-4ABA-9217-98EB87985497}" destId="{7FF411DE-3A40-4A0E-B060-234A84FC7DE7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FE7627-0448-42CA-AB2B-A6873CB9DA9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F4DB6F7-25FC-4494-90A0-0A34429CA1AB}">
      <dgm:prSet custT="1"/>
      <dgm:spPr/>
      <dgm:t>
        <a:bodyPr/>
        <a:lstStyle/>
        <a:p>
          <a:r>
            <a:rPr lang="en-US" sz="1800" dirty="0">
              <a:latin typeface="Univers Condensed"/>
              <a:ea typeface="Calibri"/>
              <a:cs typeface="Calibri"/>
            </a:rPr>
            <a:t>Mise </a:t>
          </a:r>
          <a:r>
            <a:rPr lang="en-US" sz="1800" dirty="0" err="1">
              <a:latin typeface="Univers Condensed"/>
              <a:ea typeface="Calibri"/>
              <a:cs typeface="Calibri"/>
            </a:rPr>
            <a:t>en</a:t>
          </a:r>
          <a:r>
            <a:rPr lang="en-US" sz="1800" dirty="0">
              <a:latin typeface="Univers Condensed"/>
              <a:ea typeface="Calibri"/>
              <a:cs typeface="Calibri"/>
            </a:rPr>
            <a:t> place de </a:t>
          </a:r>
          <a:r>
            <a:rPr lang="en-US" sz="1800" dirty="0" err="1">
              <a:latin typeface="Univers Condensed"/>
              <a:ea typeface="Calibri"/>
              <a:cs typeface="Calibri"/>
            </a:rPr>
            <a:t>l’authentification</a:t>
          </a:r>
          <a:r>
            <a:rPr lang="en-US" sz="1800" dirty="0">
              <a:latin typeface="Univers Condensed"/>
              <a:ea typeface="Calibri"/>
              <a:cs typeface="Calibri"/>
            </a:rPr>
            <a:t> </a:t>
          </a:r>
          <a:r>
            <a:rPr lang="en-US" sz="1800" dirty="0" err="1">
              <a:latin typeface="Univers Condensed"/>
              <a:ea typeface="Calibri"/>
              <a:cs typeface="Calibri"/>
            </a:rPr>
            <a:t>multifacteur</a:t>
          </a:r>
          <a:r>
            <a:rPr lang="en-US" sz="1800" dirty="0">
              <a:latin typeface="Univers Condensed"/>
              <a:ea typeface="Calibri"/>
              <a:cs typeface="Calibri"/>
            </a:rPr>
            <a:t> (MFA).</a:t>
          </a:r>
        </a:p>
      </dgm:t>
    </dgm:pt>
    <dgm:pt modelId="{9F39E0AC-8CF4-4DE6-9EAA-E7FD495E98A5}" type="parTrans" cxnId="{88E813A1-D5C2-48F1-A6C5-C1BF49C616DC}">
      <dgm:prSet/>
      <dgm:spPr/>
      <dgm:t>
        <a:bodyPr/>
        <a:lstStyle/>
        <a:p>
          <a:endParaRPr lang="en-US"/>
        </a:p>
      </dgm:t>
    </dgm:pt>
    <dgm:pt modelId="{51A3AF37-9DB1-465B-9CA6-2EA1844CC0F9}" type="sibTrans" cxnId="{88E813A1-D5C2-48F1-A6C5-C1BF49C616DC}">
      <dgm:prSet/>
      <dgm:spPr/>
      <dgm:t>
        <a:bodyPr/>
        <a:lstStyle/>
        <a:p>
          <a:endParaRPr lang="en-US"/>
        </a:p>
      </dgm:t>
    </dgm:pt>
    <dgm:pt modelId="{7BA993C0-5ADC-412F-879A-95D2E4D4837B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Création</a:t>
          </a:r>
          <a:r>
            <a:rPr lang="en-US" sz="1800" dirty="0">
              <a:latin typeface="Univers Condensed"/>
              <a:ea typeface="Calibri"/>
              <a:cs typeface="Calibri"/>
            </a:rPr>
            <a:t>, modification et suppression de </a:t>
          </a:r>
          <a:r>
            <a:rPr lang="en-US" sz="1800" dirty="0" err="1">
              <a:latin typeface="Univers Condensed"/>
              <a:ea typeface="Calibri"/>
              <a:cs typeface="Calibri"/>
            </a:rPr>
            <a:t>calendriers</a:t>
          </a:r>
          <a:r>
            <a:rPr lang="en-US" sz="1800" dirty="0">
              <a:latin typeface="Univers Condensed"/>
              <a:ea typeface="Calibri"/>
              <a:cs typeface="Calibri"/>
            </a:rPr>
            <a:t> </a:t>
          </a:r>
          <a:r>
            <a:rPr lang="en-US" sz="1800" dirty="0" err="1">
              <a:latin typeface="Univers Condensed"/>
              <a:ea typeface="Calibri"/>
              <a:cs typeface="Calibri"/>
            </a:rPr>
            <a:t>d’événements</a:t>
          </a:r>
          <a:r>
            <a:rPr lang="en-US" sz="1800" dirty="0">
              <a:latin typeface="Univers Condensed"/>
              <a:ea typeface="Calibri"/>
              <a:cs typeface="Calibri"/>
            </a:rPr>
            <a:t>.</a:t>
          </a:r>
        </a:p>
      </dgm:t>
    </dgm:pt>
    <dgm:pt modelId="{027A48BE-ABF9-4614-92CC-89476C81810B}" type="parTrans" cxnId="{F1EFA0B6-AB45-4DEE-83C1-5BFAC8348400}">
      <dgm:prSet/>
      <dgm:spPr/>
      <dgm:t>
        <a:bodyPr/>
        <a:lstStyle/>
        <a:p>
          <a:endParaRPr lang="en-US"/>
        </a:p>
      </dgm:t>
    </dgm:pt>
    <dgm:pt modelId="{04E51FDF-2F44-4F6D-8C76-148D1E6FB1D5}" type="sibTrans" cxnId="{F1EFA0B6-AB45-4DEE-83C1-5BFAC8348400}">
      <dgm:prSet/>
      <dgm:spPr/>
      <dgm:t>
        <a:bodyPr/>
        <a:lstStyle/>
        <a:p>
          <a:endParaRPr lang="en-US"/>
        </a:p>
      </dgm:t>
    </dgm:pt>
    <dgm:pt modelId="{73AB0C3E-3ADB-45AD-8DAF-6FD1E3DD7A03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Filtrage</a:t>
          </a:r>
          <a:r>
            <a:rPr lang="en-US" sz="1800" dirty="0">
              <a:latin typeface="Univers Condensed"/>
              <a:ea typeface="Calibri"/>
              <a:cs typeface="Calibri"/>
            </a:rPr>
            <a:t> </a:t>
          </a:r>
          <a:r>
            <a:rPr lang="en-US" sz="1800" dirty="0" err="1">
              <a:latin typeface="Univers Condensed"/>
              <a:ea typeface="Calibri"/>
              <a:cs typeface="Calibri"/>
            </a:rPr>
            <a:t>dynamique</a:t>
          </a:r>
          <a:r>
            <a:rPr lang="en-US" sz="1800" dirty="0">
              <a:latin typeface="Univers Condensed"/>
              <a:ea typeface="Calibri"/>
              <a:cs typeface="Calibri"/>
            </a:rPr>
            <a:t> des </a:t>
          </a:r>
          <a:r>
            <a:rPr lang="en-US" sz="1800" dirty="0" err="1">
              <a:latin typeface="Univers Condensed"/>
              <a:ea typeface="Calibri"/>
              <a:cs typeface="Calibri"/>
            </a:rPr>
            <a:t>événements</a:t>
          </a:r>
          <a:r>
            <a:rPr lang="en-US" sz="1800" dirty="0">
              <a:latin typeface="Univers Condensed"/>
              <a:ea typeface="Calibri"/>
              <a:cs typeface="Calibri"/>
            </a:rPr>
            <a:t>.</a:t>
          </a:r>
        </a:p>
      </dgm:t>
    </dgm:pt>
    <dgm:pt modelId="{C261A5C3-B827-476C-B8BA-D68829764E5C}" type="parTrans" cxnId="{22884A6E-BAE4-4241-96DB-D35DB4F73843}">
      <dgm:prSet/>
      <dgm:spPr/>
      <dgm:t>
        <a:bodyPr/>
        <a:lstStyle/>
        <a:p>
          <a:endParaRPr lang="en-US"/>
        </a:p>
      </dgm:t>
    </dgm:pt>
    <dgm:pt modelId="{F11FDE6A-C2A9-4E4D-ABAB-F7F97416123C}" type="sibTrans" cxnId="{22884A6E-BAE4-4241-96DB-D35DB4F73843}">
      <dgm:prSet/>
      <dgm:spPr/>
      <dgm:t>
        <a:bodyPr/>
        <a:lstStyle/>
        <a:p>
          <a:endParaRPr lang="en-US"/>
        </a:p>
      </dgm:t>
    </dgm:pt>
    <dgm:pt modelId="{5A7C88E4-3CA7-4EA4-A92C-34DD114BCD11}">
      <dgm:prSet/>
      <dgm:spPr/>
      <dgm:t>
        <a:bodyPr/>
        <a:lstStyle/>
        <a:p>
          <a:r>
            <a:rPr lang="en-US" sz="1800" dirty="0">
              <a:latin typeface="Univers Condensed"/>
              <a:ea typeface="Calibri"/>
              <a:cs typeface="Calibri"/>
            </a:rPr>
            <a:t>Rappels </a:t>
          </a:r>
          <a:r>
            <a:rPr lang="en-US" sz="1800" dirty="0" err="1">
              <a:latin typeface="Univers Condensed"/>
              <a:ea typeface="Calibri"/>
              <a:cs typeface="Calibri"/>
            </a:rPr>
            <a:t>d’événements</a:t>
          </a:r>
          <a:r>
            <a:rPr lang="en-US" sz="1800" dirty="0">
              <a:latin typeface="Univers Condensed"/>
              <a:ea typeface="Calibri"/>
              <a:cs typeface="Calibri"/>
            </a:rPr>
            <a:t> </a:t>
          </a:r>
          <a:r>
            <a:rPr lang="en-US" sz="1800" dirty="0" err="1">
              <a:latin typeface="Univers Condensed"/>
              <a:ea typeface="Calibri"/>
              <a:cs typeface="Calibri"/>
            </a:rPr>
            <a:t>envoyés</a:t>
          </a:r>
          <a:r>
            <a:rPr lang="en-US" sz="1800" dirty="0">
              <a:latin typeface="Univers Condensed"/>
              <a:ea typeface="Calibri"/>
              <a:cs typeface="Calibri"/>
            </a:rPr>
            <a:t> par SMS.</a:t>
          </a:r>
        </a:p>
      </dgm:t>
    </dgm:pt>
    <dgm:pt modelId="{B6929BA5-2AB0-4395-8E4E-ADC2D449757A}" type="parTrans" cxnId="{1D7E8B74-89EA-4016-A94B-D6ACCB6342FE}">
      <dgm:prSet/>
      <dgm:spPr/>
      <dgm:t>
        <a:bodyPr/>
        <a:lstStyle/>
        <a:p>
          <a:endParaRPr lang="en-US"/>
        </a:p>
      </dgm:t>
    </dgm:pt>
    <dgm:pt modelId="{4B88877F-6B0B-4C6B-8FAF-282C2BF9DCD9}" type="sibTrans" cxnId="{1D7E8B74-89EA-4016-A94B-D6ACCB6342FE}">
      <dgm:prSet/>
      <dgm:spPr/>
      <dgm:t>
        <a:bodyPr/>
        <a:lstStyle/>
        <a:p>
          <a:endParaRPr lang="en-US"/>
        </a:p>
      </dgm:t>
    </dgm:pt>
    <dgm:pt modelId="{2CF33822-1C20-43C2-93BE-6704E6F44627}">
      <dgm:prSet/>
      <dgm:spPr/>
      <dgm:t>
        <a:bodyPr/>
        <a:lstStyle/>
        <a:p>
          <a:r>
            <a:rPr lang="en-US" sz="1800" dirty="0">
              <a:latin typeface="Univers Condensed"/>
              <a:ea typeface="Calibri"/>
              <a:cs typeface="Calibri"/>
            </a:rPr>
            <a:t>Gestion et </a:t>
          </a:r>
          <a:r>
            <a:rPr lang="en-US" sz="1800" dirty="0" err="1">
              <a:latin typeface="Univers Condensed"/>
              <a:ea typeface="Calibri"/>
              <a:cs typeface="Calibri"/>
            </a:rPr>
            <a:t>création</a:t>
          </a:r>
          <a:r>
            <a:rPr lang="en-US" sz="1800" dirty="0">
              <a:latin typeface="Univers Condensed"/>
              <a:ea typeface="Calibri"/>
              <a:cs typeface="Calibri"/>
            </a:rPr>
            <a:t> de </a:t>
          </a:r>
          <a:r>
            <a:rPr lang="en-US" sz="1800" dirty="0" err="1">
              <a:latin typeface="Univers Condensed"/>
              <a:ea typeface="Calibri"/>
              <a:cs typeface="Calibri"/>
            </a:rPr>
            <a:t>groupes</a:t>
          </a:r>
          <a:r>
            <a:rPr lang="en-US" sz="1800" dirty="0">
              <a:latin typeface="Univers Condensed"/>
              <a:ea typeface="Calibri"/>
              <a:cs typeface="Calibri"/>
            </a:rPr>
            <a:t> </a:t>
          </a:r>
          <a:r>
            <a:rPr lang="en-US" sz="1800" dirty="0" err="1">
              <a:latin typeface="Univers Condensed"/>
              <a:ea typeface="Calibri"/>
              <a:cs typeface="Calibri"/>
            </a:rPr>
            <a:t>d’utilisateurs</a:t>
          </a:r>
          <a:r>
            <a:rPr lang="en-US" sz="1800" dirty="0">
              <a:latin typeface="Univers Condensed"/>
              <a:ea typeface="Calibri"/>
              <a:cs typeface="Calibri"/>
            </a:rPr>
            <a:t>.</a:t>
          </a:r>
        </a:p>
      </dgm:t>
    </dgm:pt>
    <dgm:pt modelId="{3D2C40C6-9A78-406E-9F71-459DF24735AD}" type="parTrans" cxnId="{52330D53-8415-4B8B-8F25-56C52257989D}">
      <dgm:prSet/>
      <dgm:spPr/>
      <dgm:t>
        <a:bodyPr/>
        <a:lstStyle/>
        <a:p>
          <a:endParaRPr lang="en-US"/>
        </a:p>
      </dgm:t>
    </dgm:pt>
    <dgm:pt modelId="{8EEE8469-D391-4DAE-AFE1-6278786721A3}" type="sibTrans" cxnId="{52330D53-8415-4B8B-8F25-56C52257989D}">
      <dgm:prSet/>
      <dgm:spPr/>
      <dgm:t>
        <a:bodyPr/>
        <a:lstStyle/>
        <a:p>
          <a:endParaRPr lang="en-US"/>
        </a:p>
      </dgm:t>
    </dgm:pt>
    <dgm:pt modelId="{52C76FE3-AE68-43C8-8416-A88A89EA9C8C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Ajout</a:t>
          </a:r>
          <a:r>
            <a:rPr lang="en-US" sz="1800" dirty="0">
              <a:latin typeface="Univers Condensed"/>
              <a:ea typeface="Calibri"/>
              <a:cs typeface="Calibri"/>
            </a:rPr>
            <a:t> d’un </a:t>
          </a:r>
          <a:r>
            <a:rPr lang="en-US" sz="1800" dirty="0" err="1">
              <a:latin typeface="Univers Condensed"/>
              <a:ea typeface="Calibri"/>
              <a:cs typeface="Calibri"/>
            </a:rPr>
            <a:t>filtre</a:t>
          </a:r>
          <a:r>
            <a:rPr lang="en-US" sz="1800" dirty="0">
              <a:latin typeface="Univers Condensed"/>
              <a:ea typeface="Calibri"/>
              <a:cs typeface="Calibri"/>
            </a:rPr>
            <a:t> pour </a:t>
          </a:r>
          <a:r>
            <a:rPr lang="en-US" sz="1800" dirty="0" err="1">
              <a:latin typeface="Univers Condensed"/>
              <a:ea typeface="Calibri"/>
              <a:cs typeface="Calibri"/>
            </a:rPr>
            <a:t>l’âge</a:t>
          </a:r>
          <a:r>
            <a:rPr lang="en-US" sz="1800" dirty="0">
              <a:latin typeface="Univers Condensed"/>
              <a:ea typeface="Calibri"/>
              <a:cs typeface="Calibri"/>
            </a:rPr>
            <a:t> des </a:t>
          </a:r>
          <a:r>
            <a:rPr lang="en-US" sz="1800" dirty="0" err="1">
              <a:latin typeface="Univers Condensed"/>
              <a:ea typeface="Calibri"/>
              <a:cs typeface="Calibri"/>
            </a:rPr>
            <a:t>joueurs</a:t>
          </a:r>
          <a:r>
            <a:rPr lang="en-US" sz="1800" dirty="0">
              <a:latin typeface="Univers Condensed"/>
              <a:ea typeface="Calibri"/>
              <a:cs typeface="Calibri"/>
            </a:rPr>
            <a:t>.</a:t>
          </a:r>
        </a:p>
      </dgm:t>
    </dgm:pt>
    <dgm:pt modelId="{5EB30AA2-48D8-4C6E-A47B-B9C3A850F38F}" type="parTrans" cxnId="{C37BB64A-C06A-4999-93C4-FB7291B5B8C1}">
      <dgm:prSet/>
      <dgm:spPr/>
      <dgm:t>
        <a:bodyPr/>
        <a:lstStyle/>
        <a:p>
          <a:endParaRPr lang="en-US"/>
        </a:p>
      </dgm:t>
    </dgm:pt>
    <dgm:pt modelId="{A051F2CA-3C73-4B63-B783-146A879A4795}" type="sibTrans" cxnId="{C37BB64A-C06A-4999-93C4-FB7291B5B8C1}">
      <dgm:prSet/>
      <dgm:spPr/>
      <dgm:t>
        <a:bodyPr/>
        <a:lstStyle/>
        <a:p>
          <a:endParaRPr lang="en-US"/>
        </a:p>
      </dgm:t>
    </dgm:pt>
    <dgm:pt modelId="{AEE92ECD-67E7-4A42-AE97-7563C429EAA3}">
      <dgm:prSet/>
      <dgm:spPr/>
      <dgm:t>
        <a:bodyPr/>
        <a:lstStyle/>
        <a:p>
          <a:r>
            <a:rPr lang="en-US" sz="1800" dirty="0" err="1">
              <a:latin typeface="Univers Condensed"/>
              <a:ea typeface="Calibri"/>
              <a:cs typeface="Calibri"/>
            </a:rPr>
            <a:t>Possibilité</a:t>
          </a:r>
          <a:r>
            <a:rPr lang="en-US" sz="1800" dirty="0">
              <a:latin typeface="Univers Condensed"/>
              <a:ea typeface="Calibri"/>
              <a:cs typeface="Calibri"/>
            </a:rPr>
            <a:t> de </a:t>
          </a:r>
          <a:r>
            <a:rPr lang="en-US" sz="1800" dirty="0" err="1">
              <a:latin typeface="Univers Condensed"/>
              <a:ea typeface="Calibri"/>
              <a:cs typeface="Calibri"/>
            </a:rPr>
            <a:t>réagir</a:t>
          </a:r>
          <a:r>
            <a:rPr lang="en-US" sz="1800" dirty="0">
              <a:latin typeface="Univers Condensed"/>
              <a:ea typeface="Calibri"/>
              <a:cs typeface="Calibri"/>
            </a:rPr>
            <a:t> aux messages avec des emojis.</a:t>
          </a:r>
        </a:p>
      </dgm:t>
    </dgm:pt>
    <dgm:pt modelId="{1B924C0E-C68B-4BF4-8EB3-4302B20AF48A}" type="parTrans" cxnId="{5F45330C-1305-4908-8A5B-21E048665591}">
      <dgm:prSet/>
      <dgm:spPr/>
      <dgm:t>
        <a:bodyPr/>
        <a:lstStyle/>
        <a:p>
          <a:endParaRPr lang="en-US"/>
        </a:p>
      </dgm:t>
    </dgm:pt>
    <dgm:pt modelId="{D52E2B05-A281-4FC9-B588-A299839BF0A1}" type="sibTrans" cxnId="{5F45330C-1305-4908-8A5B-21E048665591}">
      <dgm:prSet/>
      <dgm:spPr/>
      <dgm:t>
        <a:bodyPr/>
        <a:lstStyle/>
        <a:p>
          <a:endParaRPr lang="en-US"/>
        </a:p>
      </dgm:t>
    </dgm:pt>
    <dgm:pt modelId="{5A7C95C9-170F-45EA-A707-8522A9213828}">
      <dgm:prSet/>
      <dgm:spPr/>
      <dgm:t>
        <a:bodyPr/>
        <a:lstStyle/>
        <a:p>
          <a:r>
            <a:rPr lang="en-US" sz="1800" dirty="0">
              <a:latin typeface="Univers Condensed"/>
              <a:ea typeface="Calibri"/>
              <a:cs typeface="Calibri"/>
            </a:rPr>
            <a:t>Suppression de </a:t>
          </a:r>
          <a:r>
            <a:rPr lang="en-US" sz="1800" dirty="0" err="1">
              <a:latin typeface="Univers Condensed"/>
              <a:ea typeface="Calibri"/>
              <a:cs typeface="Calibri"/>
            </a:rPr>
            <a:t>compte</a:t>
          </a:r>
          <a:r>
            <a:rPr lang="en-US" sz="1800" dirty="0">
              <a:latin typeface="Univers Condensed"/>
              <a:ea typeface="Calibri"/>
              <a:cs typeface="Calibri"/>
            </a:rPr>
            <a:t> et envoi de rappels </a:t>
          </a:r>
          <a:r>
            <a:rPr lang="en-US" sz="1800" dirty="0" err="1">
              <a:latin typeface="Univers Condensed"/>
              <a:ea typeface="Calibri"/>
              <a:cs typeface="Calibri"/>
            </a:rPr>
            <a:t>automatiques</a:t>
          </a:r>
          <a:r>
            <a:rPr lang="en-US" sz="1800" dirty="0">
              <a:latin typeface="Univers Condensed"/>
              <a:ea typeface="Calibri"/>
              <a:cs typeface="Calibri"/>
            </a:rPr>
            <a:t> par SMS.</a:t>
          </a:r>
        </a:p>
      </dgm:t>
    </dgm:pt>
    <dgm:pt modelId="{066A09FE-EE1F-4BF1-A6B5-7081EAF0734D}" type="parTrans" cxnId="{72019ABE-5C2D-46FA-830F-98DC7DF086C6}">
      <dgm:prSet/>
      <dgm:spPr/>
      <dgm:t>
        <a:bodyPr/>
        <a:lstStyle/>
        <a:p>
          <a:endParaRPr lang="en-US"/>
        </a:p>
      </dgm:t>
    </dgm:pt>
    <dgm:pt modelId="{9F905B7C-697A-4615-A220-1245AF4306FB}" type="sibTrans" cxnId="{72019ABE-5C2D-46FA-830F-98DC7DF086C6}">
      <dgm:prSet/>
      <dgm:spPr/>
      <dgm:t>
        <a:bodyPr/>
        <a:lstStyle/>
        <a:p>
          <a:endParaRPr lang="en-US"/>
        </a:p>
      </dgm:t>
    </dgm:pt>
    <dgm:pt modelId="{EE563BF2-C2C1-4FBB-970F-5F42E6F03CFD}" type="pres">
      <dgm:prSet presAssocID="{25FE7627-0448-42CA-AB2B-A6873CB9DA9C}" presName="diagram" presStyleCnt="0">
        <dgm:presLayoutVars>
          <dgm:dir/>
          <dgm:resizeHandles val="exact"/>
        </dgm:presLayoutVars>
      </dgm:prSet>
      <dgm:spPr/>
    </dgm:pt>
    <dgm:pt modelId="{4C2BA770-2556-4D56-891C-37C985262F84}" type="pres">
      <dgm:prSet presAssocID="{6F4DB6F7-25FC-4494-90A0-0A34429CA1AB}" presName="node" presStyleLbl="node1" presStyleIdx="0" presStyleCnt="8">
        <dgm:presLayoutVars>
          <dgm:bulletEnabled val="1"/>
        </dgm:presLayoutVars>
      </dgm:prSet>
      <dgm:spPr/>
    </dgm:pt>
    <dgm:pt modelId="{73B4CF8C-6586-47F8-B2F5-156A834D83DB}" type="pres">
      <dgm:prSet presAssocID="{51A3AF37-9DB1-465B-9CA6-2EA1844CC0F9}" presName="sibTrans" presStyleCnt="0"/>
      <dgm:spPr/>
    </dgm:pt>
    <dgm:pt modelId="{2DFF07D7-D92F-410A-9476-1558B93EE5E7}" type="pres">
      <dgm:prSet presAssocID="{7BA993C0-5ADC-412F-879A-95D2E4D4837B}" presName="node" presStyleLbl="node1" presStyleIdx="1" presStyleCnt="8">
        <dgm:presLayoutVars>
          <dgm:bulletEnabled val="1"/>
        </dgm:presLayoutVars>
      </dgm:prSet>
      <dgm:spPr/>
    </dgm:pt>
    <dgm:pt modelId="{F6862D5E-817F-4149-AB3D-B8D78B0C111A}" type="pres">
      <dgm:prSet presAssocID="{04E51FDF-2F44-4F6D-8C76-148D1E6FB1D5}" presName="sibTrans" presStyleCnt="0"/>
      <dgm:spPr/>
    </dgm:pt>
    <dgm:pt modelId="{89B30B43-595D-4269-A78D-35B2DA57D494}" type="pres">
      <dgm:prSet presAssocID="{73AB0C3E-3ADB-45AD-8DAF-6FD1E3DD7A03}" presName="node" presStyleLbl="node1" presStyleIdx="2" presStyleCnt="8">
        <dgm:presLayoutVars>
          <dgm:bulletEnabled val="1"/>
        </dgm:presLayoutVars>
      </dgm:prSet>
      <dgm:spPr/>
    </dgm:pt>
    <dgm:pt modelId="{92152973-6759-41A4-919B-A46BBE17B9FA}" type="pres">
      <dgm:prSet presAssocID="{F11FDE6A-C2A9-4E4D-ABAB-F7F97416123C}" presName="sibTrans" presStyleCnt="0"/>
      <dgm:spPr/>
    </dgm:pt>
    <dgm:pt modelId="{7991B9C3-9487-4753-902D-49D212D1AF96}" type="pres">
      <dgm:prSet presAssocID="{5A7C88E4-3CA7-4EA4-A92C-34DD114BCD11}" presName="node" presStyleLbl="node1" presStyleIdx="3" presStyleCnt="8">
        <dgm:presLayoutVars>
          <dgm:bulletEnabled val="1"/>
        </dgm:presLayoutVars>
      </dgm:prSet>
      <dgm:spPr/>
    </dgm:pt>
    <dgm:pt modelId="{48CCB083-4991-40E3-B468-D46A83A9F0FB}" type="pres">
      <dgm:prSet presAssocID="{4B88877F-6B0B-4C6B-8FAF-282C2BF9DCD9}" presName="sibTrans" presStyleCnt="0"/>
      <dgm:spPr/>
    </dgm:pt>
    <dgm:pt modelId="{96DE2C26-1B4C-4C81-96F7-C7424EC4ADAE}" type="pres">
      <dgm:prSet presAssocID="{2CF33822-1C20-43C2-93BE-6704E6F44627}" presName="node" presStyleLbl="node1" presStyleIdx="4" presStyleCnt="8">
        <dgm:presLayoutVars>
          <dgm:bulletEnabled val="1"/>
        </dgm:presLayoutVars>
      </dgm:prSet>
      <dgm:spPr/>
    </dgm:pt>
    <dgm:pt modelId="{9E358987-FDD3-4AD8-A209-0F1BBAB92506}" type="pres">
      <dgm:prSet presAssocID="{8EEE8469-D391-4DAE-AFE1-6278786721A3}" presName="sibTrans" presStyleCnt="0"/>
      <dgm:spPr/>
    </dgm:pt>
    <dgm:pt modelId="{7BD66A6D-634B-4B81-A42D-D0A1A8289779}" type="pres">
      <dgm:prSet presAssocID="{52C76FE3-AE68-43C8-8416-A88A89EA9C8C}" presName="node" presStyleLbl="node1" presStyleIdx="5" presStyleCnt="8">
        <dgm:presLayoutVars>
          <dgm:bulletEnabled val="1"/>
        </dgm:presLayoutVars>
      </dgm:prSet>
      <dgm:spPr/>
    </dgm:pt>
    <dgm:pt modelId="{0490704E-E9ED-4104-8FFE-54AECD9629E7}" type="pres">
      <dgm:prSet presAssocID="{A051F2CA-3C73-4B63-B783-146A879A4795}" presName="sibTrans" presStyleCnt="0"/>
      <dgm:spPr/>
    </dgm:pt>
    <dgm:pt modelId="{80D08673-E65A-4F75-BA50-B4358129369F}" type="pres">
      <dgm:prSet presAssocID="{AEE92ECD-67E7-4A42-AE97-7563C429EAA3}" presName="node" presStyleLbl="node1" presStyleIdx="6" presStyleCnt="8">
        <dgm:presLayoutVars>
          <dgm:bulletEnabled val="1"/>
        </dgm:presLayoutVars>
      </dgm:prSet>
      <dgm:spPr/>
    </dgm:pt>
    <dgm:pt modelId="{C88E560F-5B34-4604-80B4-574D197CD18F}" type="pres">
      <dgm:prSet presAssocID="{D52E2B05-A281-4FC9-B588-A299839BF0A1}" presName="sibTrans" presStyleCnt="0"/>
      <dgm:spPr/>
    </dgm:pt>
    <dgm:pt modelId="{5ACBCD76-2F81-47C1-840B-F105CEB7DD06}" type="pres">
      <dgm:prSet presAssocID="{5A7C95C9-170F-45EA-A707-8522A9213828}" presName="node" presStyleLbl="node1" presStyleIdx="7" presStyleCnt="8">
        <dgm:presLayoutVars>
          <dgm:bulletEnabled val="1"/>
        </dgm:presLayoutVars>
      </dgm:prSet>
      <dgm:spPr/>
    </dgm:pt>
  </dgm:ptLst>
  <dgm:cxnLst>
    <dgm:cxn modelId="{128E2207-CCCF-46BC-9154-676EA9195F79}" type="presOf" srcId="{25FE7627-0448-42CA-AB2B-A6873CB9DA9C}" destId="{EE563BF2-C2C1-4FBB-970F-5F42E6F03CFD}" srcOrd="0" destOrd="0" presId="urn:microsoft.com/office/officeart/2005/8/layout/default"/>
    <dgm:cxn modelId="{5F45330C-1305-4908-8A5B-21E048665591}" srcId="{25FE7627-0448-42CA-AB2B-A6873CB9DA9C}" destId="{AEE92ECD-67E7-4A42-AE97-7563C429EAA3}" srcOrd="6" destOrd="0" parTransId="{1B924C0E-C68B-4BF4-8EB3-4302B20AF48A}" sibTransId="{D52E2B05-A281-4FC9-B588-A299839BF0A1}"/>
    <dgm:cxn modelId="{94BBBF16-81CB-4DDC-94AB-B887C9842A98}" type="presOf" srcId="{7BA993C0-5ADC-412F-879A-95D2E4D4837B}" destId="{2DFF07D7-D92F-410A-9476-1558B93EE5E7}" srcOrd="0" destOrd="0" presId="urn:microsoft.com/office/officeart/2005/8/layout/default"/>
    <dgm:cxn modelId="{2F385E30-B6C8-4D00-A6D5-B1357871432D}" type="presOf" srcId="{5A7C95C9-170F-45EA-A707-8522A9213828}" destId="{5ACBCD76-2F81-47C1-840B-F105CEB7DD06}" srcOrd="0" destOrd="0" presId="urn:microsoft.com/office/officeart/2005/8/layout/default"/>
    <dgm:cxn modelId="{1FA67748-04B6-42F0-B35C-F940460135C5}" type="presOf" srcId="{73AB0C3E-3ADB-45AD-8DAF-6FD1E3DD7A03}" destId="{89B30B43-595D-4269-A78D-35B2DA57D494}" srcOrd="0" destOrd="0" presId="urn:microsoft.com/office/officeart/2005/8/layout/default"/>
    <dgm:cxn modelId="{C37BB64A-C06A-4999-93C4-FB7291B5B8C1}" srcId="{25FE7627-0448-42CA-AB2B-A6873CB9DA9C}" destId="{52C76FE3-AE68-43C8-8416-A88A89EA9C8C}" srcOrd="5" destOrd="0" parTransId="{5EB30AA2-48D8-4C6E-A47B-B9C3A850F38F}" sibTransId="{A051F2CA-3C73-4B63-B783-146A879A4795}"/>
    <dgm:cxn modelId="{22884A6E-BAE4-4241-96DB-D35DB4F73843}" srcId="{25FE7627-0448-42CA-AB2B-A6873CB9DA9C}" destId="{73AB0C3E-3ADB-45AD-8DAF-6FD1E3DD7A03}" srcOrd="2" destOrd="0" parTransId="{C261A5C3-B827-476C-B8BA-D68829764E5C}" sibTransId="{F11FDE6A-C2A9-4E4D-ABAB-F7F97416123C}"/>
    <dgm:cxn modelId="{52330D53-8415-4B8B-8F25-56C52257989D}" srcId="{25FE7627-0448-42CA-AB2B-A6873CB9DA9C}" destId="{2CF33822-1C20-43C2-93BE-6704E6F44627}" srcOrd="4" destOrd="0" parTransId="{3D2C40C6-9A78-406E-9F71-459DF24735AD}" sibTransId="{8EEE8469-D391-4DAE-AFE1-6278786721A3}"/>
    <dgm:cxn modelId="{1D7E8B74-89EA-4016-A94B-D6ACCB6342FE}" srcId="{25FE7627-0448-42CA-AB2B-A6873CB9DA9C}" destId="{5A7C88E4-3CA7-4EA4-A92C-34DD114BCD11}" srcOrd="3" destOrd="0" parTransId="{B6929BA5-2AB0-4395-8E4E-ADC2D449757A}" sibTransId="{4B88877F-6B0B-4C6B-8FAF-282C2BF9DCD9}"/>
    <dgm:cxn modelId="{BA052E77-D023-4353-A28B-1B95180E8BF1}" type="presOf" srcId="{6F4DB6F7-25FC-4494-90A0-0A34429CA1AB}" destId="{4C2BA770-2556-4D56-891C-37C985262F84}" srcOrd="0" destOrd="0" presId="urn:microsoft.com/office/officeart/2005/8/layout/default"/>
    <dgm:cxn modelId="{D8D9128F-1E6F-4A47-9F06-9D96453A0810}" type="presOf" srcId="{2CF33822-1C20-43C2-93BE-6704E6F44627}" destId="{96DE2C26-1B4C-4C81-96F7-C7424EC4ADAE}" srcOrd="0" destOrd="0" presId="urn:microsoft.com/office/officeart/2005/8/layout/default"/>
    <dgm:cxn modelId="{436A3390-6167-4616-94CC-BFCCA4A2D291}" type="presOf" srcId="{5A7C88E4-3CA7-4EA4-A92C-34DD114BCD11}" destId="{7991B9C3-9487-4753-902D-49D212D1AF96}" srcOrd="0" destOrd="0" presId="urn:microsoft.com/office/officeart/2005/8/layout/default"/>
    <dgm:cxn modelId="{88E813A1-D5C2-48F1-A6C5-C1BF49C616DC}" srcId="{25FE7627-0448-42CA-AB2B-A6873CB9DA9C}" destId="{6F4DB6F7-25FC-4494-90A0-0A34429CA1AB}" srcOrd="0" destOrd="0" parTransId="{9F39E0AC-8CF4-4DE6-9EAA-E7FD495E98A5}" sibTransId="{51A3AF37-9DB1-465B-9CA6-2EA1844CC0F9}"/>
    <dgm:cxn modelId="{F1EFA0B6-AB45-4DEE-83C1-5BFAC8348400}" srcId="{25FE7627-0448-42CA-AB2B-A6873CB9DA9C}" destId="{7BA993C0-5ADC-412F-879A-95D2E4D4837B}" srcOrd="1" destOrd="0" parTransId="{027A48BE-ABF9-4614-92CC-89476C81810B}" sibTransId="{04E51FDF-2F44-4F6D-8C76-148D1E6FB1D5}"/>
    <dgm:cxn modelId="{7F444FBD-30E2-4B1B-9113-3249B6210060}" type="presOf" srcId="{AEE92ECD-67E7-4A42-AE97-7563C429EAA3}" destId="{80D08673-E65A-4F75-BA50-B4358129369F}" srcOrd="0" destOrd="0" presId="urn:microsoft.com/office/officeart/2005/8/layout/default"/>
    <dgm:cxn modelId="{72019ABE-5C2D-46FA-830F-98DC7DF086C6}" srcId="{25FE7627-0448-42CA-AB2B-A6873CB9DA9C}" destId="{5A7C95C9-170F-45EA-A707-8522A9213828}" srcOrd="7" destOrd="0" parTransId="{066A09FE-EE1F-4BF1-A6B5-7081EAF0734D}" sibTransId="{9F905B7C-697A-4615-A220-1245AF4306FB}"/>
    <dgm:cxn modelId="{990A53C7-5C42-4CC5-8026-104F15D390F4}" type="presOf" srcId="{52C76FE3-AE68-43C8-8416-A88A89EA9C8C}" destId="{7BD66A6D-634B-4B81-A42D-D0A1A8289779}" srcOrd="0" destOrd="0" presId="urn:microsoft.com/office/officeart/2005/8/layout/default"/>
    <dgm:cxn modelId="{4E9708F5-E1DE-469E-9CCB-21DFE6048A29}" type="presParOf" srcId="{EE563BF2-C2C1-4FBB-970F-5F42E6F03CFD}" destId="{4C2BA770-2556-4D56-891C-37C985262F84}" srcOrd="0" destOrd="0" presId="urn:microsoft.com/office/officeart/2005/8/layout/default"/>
    <dgm:cxn modelId="{AD593395-A92B-4799-B6A0-853EDF3E42A7}" type="presParOf" srcId="{EE563BF2-C2C1-4FBB-970F-5F42E6F03CFD}" destId="{73B4CF8C-6586-47F8-B2F5-156A834D83DB}" srcOrd="1" destOrd="0" presId="urn:microsoft.com/office/officeart/2005/8/layout/default"/>
    <dgm:cxn modelId="{005AB90A-749A-4B07-8F56-833A23771F61}" type="presParOf" srcId="{EE563BF2-C2C1-4FBB-970F-5F42E6F03CFD}" destId="{2DFF07D7-D92F-410A-9476-1558B93EE5E7}" srcOrd="2" destOrd="0" presId="urn:microsoft.com/office/officeart/2005/8/layout/default"/>
    <dgm:cxn modelId="{CA15C381-E9B4-4A0F-9188-B1288F346A26}" type="presParOf" srcId="{EE563BF2-C2C1-4FBB-970F-5F42E6F03CFD}" destId="{F6862D5E-817F-4149-AB3D-B8D78B0C111A}" srcOrd="3" destOrd="0" presId="urn:microsoft.com/office/officeart/2005/8/layout/default"/>
    <dgm:cxn modelId="{C169CA57-0F30-4153-A01F-621367F930E7}" type="presParOf" srcId="{EE563BF2-C2C1-4FBB-970F-5F42E6F03CFD}" destId="{89B30B43-595D-4269-A78D-35B2DA57D494}" srcOrd="4" destOrd="0" presId="urn:microsoft.com/office/officeart/2005/8/layout/default"/>
    <dgm:cxn modelId="{836D3969-13B2-4BA9-A6BC-BD719879BCBF}" type="presParOf" srcId="{EE563BF2-C2C1-4FBB-970F-5F42E6F03CFD}" destId="{92152973-6759-41A4-919B-A46BBE17B9FA}" srcOrd="5" destOrd="0" presId="urn:microsoft.com/office/officeart/2005/8/layout/default"/>
    <dgm:cxn modelId="{E0672E24-063D-4DBF-B41C-1C5418FCA18A}" type="presParOf" srcId="{EE563BF2-C2C1-4FBB-970F-5F42E6F03CFD}" destId="{7991B9C3-9487-4753-902D-49D212D1AF96}" srcOrd="6" destOrd="0" presId="urn:microsoft.com/office/officeart/2005/8/layout/default"/>
    <dgm:cxn modelId="{8040BEF0-26A1-4CBA-B5C8-DCBEE02CDCD7}" type="presParOf" srcId="{EE563BF2-C2C1-4FBB-970F-5F42E6F03CFD}" destId="{48CCB083-4991-40E3-B468-D46A83A9F0FB}" srcOrd="7" destOrd="0" presId="urn:microsoft.com/office/officeart/2005/8/layout/default"/>
    <dgm:cxn modelId="{68753DA9-52DB-4E24-BF37-3C1212FBFA4D}" type="presParOf" srcId="{EE563BF2-C2C1-4FBB-970F-5F42E6F03CFD}" destId="{96DE2C26-1B4C-4C81-96F7-C7424EC4ADAE}" srcOrd="8" destOrd="0" presId="urn:microsoft.com/office/officeart/2005/8/layout/default"/>
    <dgm:cxn modelId="{EFE892E7-4028-414E-87E5-26C139601165}" type="presParOf" srcId="{EE563BF2-C2C1-4FBB-970F-5F42E6F03CFD}" destId="{9E358987-FDD3-4AD8-A209-0F1BBAB92506}" srcOrd="9" destOrd="0" presId="urn:microsoft.com/office/officeart/2005/8/layout/default"/>
    <dgm:cxn modelId="{FC9BEFD1-0845-40F7-92A7-A4C58B0F06F1}" type="presParOf" srcId="{EE563BF2-C2C1-4FBB-970F-5F42E6F03CFD}" destId="{7BD66A6D-634B-4B81-A42D-D0A1A8289779}" srcOrd="10" destOrd="0" presId="urn:microsoft.com/office/officeart/2005/8/layout/default"/>
    <dgm:cxn modelId="{2591AD66-9C2A-40FC-B3E7-522AAB8BF7C2}" type="presParOf" srcId="{EE563BF2-C2C1-4FBB-970F-5F42E6F03CFD}" destId="{0490704E-E9ED-4104-8FFE-54AECD9629E7}" srcOrd="11" destOrd="0" presId="urn:microsoft.com/office/officeart/2005/8/layout/default"/>
    <dgm:cxn modelId="{FB9B11D9-53BA-4AF0-8F60-59D8CBD453E9}" type="presParOf" srcId="{EE563BF2-C2C1-4FBB-970F-5F42E6F03CFD}" destId="{80D08673-E65A-4F75-BA50-B4358129369F}" srcOrd="12" destOrd="0" presId="urn:microsoft.com/office/officeart/2005/8/layout/default"/>
    <dgm:cxn modelId="{6F6E8A51-0F99-42AD-9794-4D0B26C3AB8D}" type="presParOf" srcId="{EE563BF2-C2C1-4FBB-970F-5F42E6F03CFD}" destId="{C88E560F-5B34-4604-80B4-574D197CD18F}" srcOrd="13" destOrd="0" presId="urn:microsoft.com/office/officeart/2005/8/layout/default"/>
    <dgm:cxn modelId="{3806A7B4-C5ED-4590-9C56-28F0A4EECD43}" type="presParOf" srcId="{EE563BF2-C2C1-4FBB-970F-5F42E6F03CFD}" destId="{5ACBCD76-2F81-47C1-840B-F105CEB7DD06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291335-951E-4D5A-B93F-6C6971ADB90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2FE0B7-B18D-4AEC-9A38-5DE3519348EE}">
      <dgm:prSet custT="0"/>
      <dgm:spPr/>
      <dgm:t>
        <a:bodyPr/>
        <a:lstStyle/>
        <a:p>
          <a:r>
            <a:rPr lang="en-US" dirty="0" err="1"/>
            <a:t>Création</a:t>
          </a:r>
          <a:r>
            <a:rPr lang="en-US" dirty="0"/>
            <a:t>, modification et publication </a:t>
          </a:r>
          <a:r>
            <a:rPr lang="en-US" dirty="0" err="1"/>
            <a:t>d’annonces</a:t>
          </a:r>
          <a:r>
            <a:rPr lang="en-US" dirty="0"/>
            <a:t> </a:t>
          </a:r>
          <a:r>
            <a:rPr lang="en-US" dirty="0" err="1"/>
            <a:t>destinées</a:t>
          </a:r>
          <a:r>
            <a:rPr lang="en-US" dirty="0"/>
            <a:t> aux </a:t>
          </a:r>
          <a:r>
            <a:rPr lang="en-US" dirty="0" err="1"/>
            <a:t>utilisateurs</a:t>
          </a:r>
          <a:r>
            <a:rPr lang="en-US" dirty="0"/>
            <a:t>.</a:t>
          </a:r>
        </a:p>
      </dgm:t>
    </dgm:pt>
    <dgm:pt modelId="{0A90F037-F210-4753-8FB1-39FFF2796BF6}" type="parTrans" cxnId="{E4B260DE-7BD1-46E4-93F0-99DAF7A9448C}">
      <dgm:prSet/>
      <dgm:spPr/>
      <dgm:t>
        <a:bodyPr/>
        <a:lstStyle/>
        <a:p>
          <a:endParaRPr lang="en-US"/>
        </a:p>
      </dgm:t>
    </dgm:pt>
    <dgm:pt modelId="{6E5E2B20-18C1-44DA-9670-655855ACE95D}" type="sibTrans" cxnId="{E4B260DE-7BD1-46E4-93F0-99DAF7A9448C}">
      <dgm:prSet/>
      <dgm:spPr/>
      <dgm:t>
        <a:bodyPr/>
        <a:lstStyle/>
        <a:p>
          <a:endParaRPr lang="en-US"/>
        </a:p>
      </dgm:t>
    </dgm:pt>
    <dgm:pt modelId="{51D681EC-7238-47B6-9935-8C39C64D5F88}">
      <dgm:prSet/>
      <dgm:spPr/>
      <dgm:t>
        <a:bodyPr/>
        <a:lstStyle/>
        <a:p>
          <a:r>
            <a:rPr lang="en-US" dirty="0" err="1"/>
            <a:t>Filtrage</a:t>
          </a:r>
          <a:r>
            <a:rPr lang="en-US" dirty="0"/>
            <a:t> </a:t>
          </a:r>
          <a:r>
            <a:rPr lang="en-US" dirty="0" err="1"/>
            <a:t>dynamique</a:t>
          </a:r>
          <a:r>
            <a:rPr lang="en-US" dirty="0"/>
            <a:t> des </a:t>
          </a:r>
          <a:r>
            <a:rPr lang="en-US" dirty="0" err="1"/>
            <a:t>annonces</a:t>
          </a:r>
          <a:r>
            <a:rPr lang="en-US" dirty="0"/>
            <a:t>.</a:t>
          </a:r>
        </a:p>
      </dgm:t>
    </dgm:pt>
    <dgm:pt modelId="{90CAAC2D-EA12-4A4F-845F-81524642A86B}" type="parTrans" cxnId="{491F8099-DAEB-4E36-A20F-6342C7E62447}">
      <dgm:prSet/>
      <dgm:spPr/>
      <dgm:t>
        <a:bodyPr/>
        <a:lstStyle/>
        <a:p>
          <a:endParaRPr lang="en-US"/>
        </a:p>
      </dgm:t>
    </dgm:pt>
    <dgm:pt modelId="{D128F2A1-F46C-4D67-A215-168A6013F742}" type="sibTrans" cxnId="{491F8099-DAEB-4E36-A20F-6342C7E62447}">
      <dgm:prSet/>
      <dgm:spPr/>
      <dgm:t>
        <a:bodyPr/>
        <a:lstStyle/>
        <a:p>
          <a:endParaRPr lang="en-US"/>
        </a:p>
      </dgm:t>
    </dgm:pt>
    <dgm:pt modelId="{CBDED73C-F2D7-408C-AFB6-1508F6A76B90}">
      <dgm:prSet/>
      <dgm:spPr/>
      <dgm:t>
        <a:bodyPr/>
        <a:lstStyle/>
        <a:p>
          <a:r>
            <a:rPr lang="en-US" dirty="0" err="1"/>
            <a:t>Messagerie</a:t>
          </a:r>
          <a:r>
            <a:rPr lang="en-US" dirty="0"/>
            <a:t> </a:t>
          </a:r>
          <a:r>
            <a:rPr lang="en-US" dirty="0" err="1"/>
            <a:t>privée</a:t>
          </a:r>
          <a:r>
            <a:rPr lang="en-US" dirty="0"/>
            <a:t> entre des </a:t>
          </a:r>
          <a:r>
            <a:rPr lang="en-US" dirty="0" err="1"/>
            <a:t>utilisateurs</a:t>
          </a:r>
          <a:r>
            <a:rPr lang="en-US" dirty="0"/>
            <a:t> et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groupe</a:t>
          </a:r>
          <a:r>
            <a:rPr lang="en-US" dirty="0"/>
            <a:t>.</a:t>
          </a:r>
        </a:p>
      </dgm:t>
    </dgm:pt>
    <dgm:pt modelId="{6DF54A5E-014C-4B50-A30A-674C2224CDC9}" type="parTrans" cxnId="{0CBBE0BF-061F-4022-BD5C-7A00049992D2}">
      <dgm:prSet/>
      <dgm:spPr/>
      <dgm:t>
        <a:bodyPr/>
        <a:lstStyle/>
        <a:p>
          <a:endParaRPr lang="en-US"/>
        </a:p>
      </dgm:t>
    </dgm:pt>
    <dgm:pt modelId="{0D74FBB1-C808-4837-8E0B-0212F7BFC328}" type="sibTrans" cxnId="{0CBBE0BF-061F-4022-BD5C-7A00049992D2}">
      <dgm:prSet/>
      <dgm:spPr/>
      <dgm:t>
        <a:bodyPr/>
        <a:lstStyle/>
        <a:p>
          <a:endParaRPr lang="en-US"/>
        </a:p>
      </dgm:t>
    </dgm:pt>
    <dgm:pt modelId="{F27A9846-90D7-4C47-9AEA-D456B4357542}">
      <dgm:prSet/>
      <dgm:spPr/>
      <dgm:t>
        <a:bodyPr/>
        <a:lstStyle/>
        <a:p>
          <a:r>
            <a:rPr lang="en-US" dirty="0"/>
            <a:t>Appels </a:t>
          </a:r>
          <a:r>
            <a:rPr lang="en-US" dirty="0" err="1"/>
            <a:t>privée</a:t>
          </a:r>
          <a:r>
            <a:rPr lang="en-US" dirty="0"/>
            <a:t> entre les </a:t>
          </a:r>
          <a:r>
            <a:rPr lang="en-US" dirty="0" err="1"/>
            <a:t>utilisateurs</a:t>
          </a:r>
          <a:r>
            <a:rPr lang="en-US" dirty="0"/>
            <a:t> et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groupe</a:t>
          </a:r>
          <a:r>
            <a:rPr lang="en-US" dirty="0"/>
            <a:t>.</a:t>
          </a:r>
        </a:p>
      </dgm:t>
    </dgm:pt>
    <dgm:pt modelId="{EDAC5773-CC29-4ECC-81FD-D57CF6673D02}" type="parTrans" cxnId="{5F3C5BA4-357C-4F0C-8C85-85ED575C5A6C}">
      <dgm:prSet/>
      <dgm:spPr/>
      <dgm:t>
        <a:bodyPr/>
        <a:lstStyle/>
        <a:p>
          <a:endParaRPr lang="en-US"/>
        </a:p>
      </dgm:t>
    </dgm:pt>
    <dgm:pt modelId="{8056BE4F-FC8D-45FC-B4B4-FE504627B688}" type="sibTrans" cxnId="{5F3C5BA4-357C-4F0C-8C85-85ED575C5A6C}">
      <dgm:prSet/>
      <dgm:spPr/>
      <dgm:t>
        <a:bodyPr/>
        <a:lstStyle/>
        <a:p>
          <a:endParaRPr lang="en-US"/>
        </a:p>
      </dgm:t>
    </dgm:pt>
    <dgm:pt modelId="{0E9EA40D-90F7-4CB9-AC31-3BFDBA395E13}">
      <dgm:prSet/>
      <dgm:spPr/>
      <dgm:t>
        <a:bodyPr/>
        <a:lstStyle/>
        <a:p>
          <a:r>
            <a:rPr lang="en-US" dirty="0"/>
            <a:t>Documentation </a:t>
          </a:r>
          <a:r>
            <a:rPr lang="en-US" dirty="0" err="1"/>
            <a:t>claire</a:t>
          </a:r>
          <a:r>
            <a:rPr lang="en-US" dirty="0"/>
            <a:t> des endpoints "API" pour </a:t>
          </a:r>
          <a:r>
            <a:rPr lang="en-US" dirty="0" err="1"/>
            <a:t>faciliter</a:t>
          </a:r>
          <a:r>
            <a:rPr lang="en-US" dirty="0"/>
            <a:t> </a:t>
          </a:r>
          <a:r>
            <a:rPr lang="en-US" dirty="0" err="1"/>
            <a:t>l’intégration</a:t>
          </a:r>
          <a:r>
            <a:rPr lang="en-US" dirty="0"/>
            <a:t>.</a:t>
          </a:r>
        </a:p>
      </dgm:t>
    </dgm:pt>
    <dgm:pt modelId="{3DFA4069-1ECA-43F7-9729-942EB2B4F284}" type="parTrans" cxnId="{6F16CEE9-EB51-4DCB-9E37-B59C14F28C6B}">
      <dgm:prSet/>
      <dgm:spPr/>
      <dgm:t>
        <a:bodyPr/>
        <a:lstStyle/>
        <a:p>
          <a:endParaRPr lang="en-US"/>
        </a:p>
      </dgm:t>
    </dgm:pt>
    <dgm:pt modelId="{E49FFFB7-1089-4FE4-A7C3-5694E7AB05EC}" type="sibTrans" cxnId="{6F16CEE9-EB51-4DCB-9E37-B59C14F28C6B}">
      <dgm:prSet/>
      <dgm:spPr/>
      <dgm:t>
        <a:bodyPr/>
        <a:lstStyle/>
        <a:p>
          <a:endParaRPr lang="en-US"/>
        </a:p>
      </dgm:t>
    </dgm:pt>
    <dgm:pt modelId="{BEE2968C-B650-4489-B54E-43EF545BECFA}" type="pres">
      <dgm:prSet presAssocID="{AD291335-951E-4D5A-B93F-6C6971ADB903}" presName="diagram" presStyleCnt="0">
        <dgm:presLayoutVars>
          <dgm:dir/>
          <dgm:resizeHandles val="exact"/>
        </dgm:presLayoutVars>
      </dgm:prSet>
      <dgm:spPr/>
    </dgm:pt>
    <dgm:pt modelId="{0FAD1616-A309-4FEA-A739-1976CD264EA7}" type="pres">
      <dgm:prSet presAssocID="{442FE0B7-B18D-4AEC-9A38-5DE3519348EE}" presName="node" presStyleLbl="node1" presStyleIdx="0" presStyleCnt="5">
        <dgm:presLayoutVars>
          <dgm:bulletEnabled val="1"/>
        </dgm:presLayoutVars>
      </dgm:prSet>
      <dgm:spPr/>
    </dgm:pt>
    <dgm:pt modelId="{F97CB491-E028-4635-9242-B68210431F4F}" type="pres">
      <dgm:prSet presAssocID="{6E5E2B20-18C1-44DA-9670-655855ACE95D}" presName="sibTrans" presStyleCnt="0"/>
      <dgm:spPr/>
    </dgm:pt>
    <dgm:pt modelId="{A5F23F96-ACFD-45F0-A9AE-D0B1681244B7}" type="pres">
      <dgm:prSet presAssocID="{51D681EC-7238-47B6-9935-8C39C64D5F88}" presName="node" presStyleLbl="node1" presStyleIdx="1" presStyleCnt="5">
        <dgm:presLayoutVars>
          <dgm:bulletEnabled val="1"/>
        </dgm:presLayoutVars>
      </dgm:prSet>
      <dgm:spPr/>
    </dgm:pt>
    <dgm:pt modelId="{5A37C0AE-2920-4419-A22A-2537F0AA064F}" type="pres">
      <dgm:prSet presAssocID="{D128F2A1-F46C-4D67-A215-168A6013F742}" presName="sibTrans" presStyleCnt="0"/>
      <dgm:spPr/>
    </dgm:pt>
    <dgm:pt modelId="{285B8873-192D-4021-BE4A-792D2E630BB0}" type="pres">
      <dgm:prSet presAssocID="{CBDED73C-F2D7-408C-AFB6-1508F6A76B90}" presName="node" presStyleLbl="node1" presStyleIdx="2" presStyleCnt="5">
        <dgm:presLayoutVars>
          <dgm:bulletEnabled val="1"/>
        </dgm:presLayoutVars>
      </dgm:prSet>
      <dgm:spPr/>
    </dgm:pt>
    <dgm:pt modelId="{AFB43E03-565F-4228-8471-4D13A4F94C2B}" type="pres">
      <dgm:prSet presAssocID="{0D74FBB1-C808-4837-8E0B-0212F7BFC328}" presName="sibTrans" presStyleCnt="0"/>
      <dgm:spPr/>
    </dgm:pt>
    <dgm:pt modelId="{8B899BA4-7674-4B4C-8A98-25B93626BBBF}" type="pres">
      <dgm:prSet presAssocID="{F27A9846-90D7-4C47-9AEA-D456B4357542}" presName="node" presStyleLbl="node1" presStyleIdx="3" presStyleCnt="5">
        <dgm:presLayoutVars>
          <dgm:bulletEnabled val="1"/>
        </dgm:presLayoutVars>
      </dgm:prSet>
      <dgm:spPr/>
    </dgm:pt>
    <dgm:pt modelId="{F4E47FD9-959E-409A-90F4-3C957220D314}" type="pres">
      <dgm:prSet presAssocID="{8056BE4F-FC8D-45FC-B4B4-FE504627B688}" presName="sibTrans" presStyleCnt="0"/>
      <dgm:spPr/>
    </dgm:pt>
    <dgm:pt modelId="{8AB7D50B-6038-422F-8809-EBE8FCA89323}" type="pres">
      <dgm:prSet presAssocID="{0E9EA40D-90F7-4CB9-AC31-3BFDBA395E13}" presName="node" presStyleLbl="node1" presStyleIdx="4" presStyleCnt="5">
        <dgm:presLayoutVars>
          <dgm:bulletEnabled val="1"/>
        </dgm:presLayoutVars>
      </dgm:prSet>
      <dgm:spPr/>
    </dgm:pt>
  </dgm:ptLst>
  <dgm:cxnLst>
    <dgm:cxn modelId="{2271D260-E8ED-4828-8A5C-7E8108B091E2}" type="presOf" srcId="{442FE0B7-B18D-4AEC-9A38-5DE3519348EE}" destId="{0FAD1616-A309-4FEA-A739-1976CD264EA7}" srcOrd="0" destOrd="0" presId="urn:microsoft.com/office/officeart/2005/8/layout/default"/>
    <dgm:cxn modelId="{D5BFA943-4F4E-4466-9A09-366EA66A28F5}" type="presOf" srcId="{CBDED73C-F2D7-408C-AFB6-1508F6A76B90}" destId="{285B8873-192D-4021-BE4A-792D2E630BB0}" srcOrd="0" destOrd="0" presId="urn:microsoft.com/office/officeart/2005/8/layout/default"/>
    <dgm:cxn modelId="{AC044C44-810B-4995-8C44-9A07DCFF287E}" type="presOf" srcId="{AD291335-951E-4D5A-B93F-6C6971ADB903}" destId="{BEE2968C-B650-4489-B54E-43EF545BECFA}" srcOrd="0" destOrd="0" presId="urn:microsoft.com/office/officeart/2005/8/layout/default"/>
    <dgm:cxn modelId="{E4AE6B77-7307-448C-8475-8C07AD84A1F3}" type="presOf" srcId="{51D681EC-7238-47B6-9935-8C39C64D5F88}" destId="{A5F23F96-ACFD-45F0-A9AE-D0B1681244B7}" srcOrd="0" destOrd="0" presId="urn:microsoft.com/office/officeart/2005/8/layout/default"/>
    <dgm:cxn modelId="{491F8099-DAEB-4E36-A20F-6342C7E62447}" srcId="{AD291335-951E-4D5A-B93F-6C6971ADB903}" destId="{51D681EC-7238-47B6-9935-8C39C64D5F88}" srcOrd="1" destOrd="0" parTransId="{90CAAC2D-EA12-4A4F-845F-81524642A86B}" sibTransId="{D128F2A1-F46C-4D67-A215-168A6013F742}"/>
    <dgm:cxn modelId="{5F3C5BA4-357C-4F0C-8C85-85ED575C5A6C}" srcId="{AD291335-951E-4D5A-B93F-6C6971ADB903}" destId="{F27A9846-90D7-4C47-9AEA-D456B4357542}" srcOrd="3" destOrd="0" parTransId="{EDAC5773-CC29-4ECC-81FD-D57CF6673D02}" sibTransId="{8056BE4F-FC8D-45FC-B4B4-FE504627B688}"/>
    <dgm:cxn modelId="{0CBBE0BF-061F-4022-BD5C-7A00049992D2}" srcId="{AD291335-951E-4D5A-B93F-6C6971ADB903}" destId="{CBDED73C-F2D7-408C-AFB6-1508F6A76B90}" srcOrd="2" destOrd="0" parTransId="{6DF54A5E-014C-4B50-A30A-674C2224CDC9}" sibTransId="{0D74FBB1-C808-4837-8E0B-0212F7BFC328}"/>
    <dgm:cxn modelId="{759759C1-B494-4299-B514-D55A173B2427}" type="presOf" srcId="{0E9EA40D-90F7-4CB9-AC31-3BFDBA395E13}" destId="{8AB7D50B-6038-422F-8809-EBE8FCA89323}" srcOrd="0" destOrd="0" presId="urn:microsoft.com/office/officeart/2005/8/layout/default"/>
    <dgm:cxn modelId="{2C31DFD4-8E95-4A5D-B573-2D76DA86C807}" type="presOf" srcId="{F27A9846-90D7-4C47-9AEA-D456B4357542}" destId="{8B899BA4-7674-4B4C-8A98-25B93626BBBF}" srcOrd="0" destOrd="0" presId="urn:microsoft.com/office/officeart/2005/8/layout/default"/>
    <dgm:cxn modelId="{E4B260DE-7BD1-46E4-93F0-99DAF7A9448C}" srcId="{AD291335-951E-4D5A-B93F-6C6971ADB903}" destId="{442FE0B7-B18D-4AEC-9A38-5DE3519348EE}" srcOrd="0" destOrd="0" parTransId="{0A90F037-F210-4753-8FB1-39FFF2796BF6}" sibTransId="{6E5E2B20-18C1-44DA-9670-655855ACE95D}"/>
    <dgm:cxn modelId="{6F16CEE9-EB51-4DCB-9E37-B59C14F28C6B}" srcId="{AD291335-951E-4D5A-B93F-6C6971ADB903}" destId="{0E9EA40D-90F7-4CB9-AC31-3BFDBA395E13}" srcOrd="4" destOrd="0" parTransId="{3DFA4069-1ECA-43F7-9729-942EB2B4F284}" sibTransId="{E49FFFB7-1089-4FE4-A7C3-5694E7AB05EC}"/>
    <dgm:cxn modelId="{FFBFAC8F-794A-450F-A964-6FEE964115CF}" type="presParOf" srcId="{BEE2968C-B650-4489-B54E-43EF545BECFA}" destId="{0FAD1616-A309-4FEA-A739-1976CD264EA7}" srcOrd="0" destOrd="0" presId="urn:microsoft.com/office/officeart/2005/8/layout/default"/>
    <dgm:cxn modelId="{4C70DB39-6CFE-4F2C-906F-05AAF352B790}" type="presParOf" srcId="{BEE2968C-B650-4489-B54E-43EF545BECFA}" destId="{F97CB491-E028-4635-9242-B68210431F4F}" srcOrd="1" destOrd="0" presId="urn:microsoft.com/office/officeart/2005/8/layout/default"/>
    <dgm:cxn modelId="{DE0E56B8-D3C8-4074-8F4B-EBF40F6B81B2}" type="presParOf" srcId="{BEE2968C-B650-4489-B54E-43EF545BECFA}" destId="{A5F23F96-ACFD-45F0-A9AE-D0B1681244B7}" srcOrd="2" destOrd="0" presId="urn:microsoft.com/office/officeart/2005/8/layout/default"/>
    <dgm:cxn modelId="{360FC6D7-6D53-4BA1-BCCE-5F5B2C80CAA3}" type="presParOf" srcId="{BEE2968C-B650-4489-B54E-43EF545BECFA}" destId="{5A37C0AE-2920-4419-A22A-2537F0AA064F}" srcOrd="3" destOrd="0" presId="urn:microsoft.com/office/officeart/2005/8/layout/default"/>
    <dgm:cxn modelId="{6036F3F4-ECEA-4BF1-A317-53A962E9EBCB}" type="presParOf" srcId="{BEE2968C-B650-4489-B54E-43EF545BECFA}" destId="{285B8873-192D-4021-BE4A-792D2E630BB0}" srcOrd="4" destOrd="0" presId="urn:microsoft.com/office/officeart/2005/8/layout/default"/>
    <dgm:cxn modelId="{2B1D4B1B-0D2B-46CC-A1F2-B0725E52C34C}" type="presParOf" srcId="{BEE2968C-B650-4489-B54E-43EF545BECFA}" destId="{AFB43E03-565F-4228-8471-4D13A4F94C2B}" srcOrd="5" destOrd="0" presId="urn:microsoft.com/office/officeart/2005/8/layout/default"/>
    <dgm:cxn modelId="{AABEDE70-28BD-49D7-A331-CC50452EE991}" type="presParOf" srcId="{BEE2968C-B650-4489-B54E-43EF545BECFA}" destId="{8B899BA4-7674-4B4C-8A98-25B93626BBBF}" srcOrd="6" destOrd="0" presId="urn:microsoft.com/office/officeart/2005/8/layout/default"/>
    <dgm:cxn modelId="{5C4B94C7-0F61-4903-83F4-7D96EB44D451}" type="presParOf" srcId="{BEE2968C-B650-4489-B54E-43EF545BECFA}" destId="{F4E47FD9-959E-409A-90F4-3C957220D314}" srcOrd="7" destOrd="0" presId="urn:microsoft.com/office/officeart/2005/8/layout/default"/>
    <dgm:cxn modelId="{38862E33-D2B3-43DA-914F-425B54A462B1}" type="presParOf" srcId="{BEE2968C-B650-4489-B54E-43EF545BECFA}" destId="{8AB7D50B-6038-422F-8809-EBE8FCA8932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7316C5-FB03-4E35-9F66-456C8EAE244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802AEF1-46FC-4FDE-B25E-43322DBD43D1}">
      <dgm:prSet/>
      <dgm:spPr/>
      <dgm:t>
        <a:bodyPr/>
        <a:lstStyle/>
        <a:p>
          <a:r>
            <a:rPr lang="en-US" dirty="0"/>
            <a:t>Rencontres </a:t>
          </a:r>
          <a:r>
            <a:rPr lang="en-US" dirty="0" err="1"/>
            <a:t>hebdomadaires</a:t>
          </a:r>
          <a:r>
            <a:rPr lang="en-US" dirty="0"/>
            <a:t> pour faire le </a:t>
          </a:r>
          <a:r>
            <a:rPr lang="en-US" dirty="0" err="1"/>
            <a:t>suivi</a:t>
          </a:r>
          <a:r>
            <a:rPr lang="en-US" dirty="0"/>
            <a:t> de </a:t>
          </a:r>
          <a:r>
            <a:rPr lang="en-US" dirty="0" err="1"/>
            <a:t>l’avancement</a:t>
          </a:r>
          <a:r>
            <a:rPr lang="en-US" dirty="0"/>
            <a:t> du </a:t>
          </a:r>
          <a:r>
            <a:rPr lang="en-US" dirty="0" err="1"/>
            <a:t>projet</a:t>
          </a:r>
          <a:r>
            <a:rPr lang="en-US" dirty="0"/>
            <a:t>.</a:t>
          </a:r>
        </a:p>
      </dgm:t>
    </dgm:pt>
    <dgm:pt modelId="{E1811C9F-0D40-4329-9BFE-76B9D6985B0E}" type="parTrans" cxnId="{53519956-2CA3-417F-A9DD-BADBF246212E}">
      <dgm:prSet/>
      <dgm:spPr/>
      <dgm:t>
        <a:bodyPr/>
        <a:lstStyle/>
        <a:p>
          <a:endParaRPr lang="en-US"/>
        </a:p>
      </dgm:t>
    </dgm:pt>
    <dgm:pt modelId="{3A374878-3F04-4095-97C3-9260B2D13CF8}" type="sibTrans" cxnId="{53519956-2CA3-417F-A9DD-BADBF246212E}">
      <dgm:prSet/>
      <dgm:spPr/>
      <dgm:t>
        <a:bodyPr/>
        <a:lstStyle/>
        <a:p>
          <a:endParaRPr lang="en-US"/>
        </a:p>
      </dgm:t>
    </dgm:pt>
    <dgm:pt modelId="{3FF04478-AEA2-459E-97A8-4BF4EA27E2D4}">
      <dgm:prSet/>
      <dgm:spPr/>
      <dgm:t>
        <a:bodyPr/>
        <a:lstStyle/>
        <a:p>
          <a:r>
            <a:rPr lang="en-US" dirty="0"/>
            <a:t>Travail </a:t>
          </a:r>
          <a:r>
            <a:rPr lang="en-US" dirty="0" err="1"/>
            <a:t>en</a:t>
          </a:r>
          <a:r>
            <a:rPr lang="en-US" dirty="0"/>
            <a:t> équipe avec </a:t>
          </a:r>
          <a:r>
            <a:rPr lang="en-US" dirty="0" err="1"/>
            <a:t>une</a:t>
          </a:r>
          <a:r>
            <a:rPr lang="en-US" dirty="0"/>
            <a:t> </a:t>
          </a:r>
          <a:r>
            <a:rPr lang="en-US" dirty="0" err="1"/>
            <a:t>répartition</a:t>
          </a:r>
          <a:r>
            <a:rPr lang="en-US" dirty="0"/>
            <a:t> </a:t>
          </a:r>
          <a:r>
            <a:rPr lang="en-US" dirty="0" err="1"/>
            <a:t>claire</a:t>
          </a:r>
          <a:r>
            <a:rPr lang="en-US" dirty="0"/>
            <a:t> des </a:t>
          </a:r>
          <a:r>
            <a:rPr lang="en-US" dirty="0" err="1"/>
            <a:t>tâches</a:t>
          </a:r>
          <a:r>
            <a:rPr lang="en-US" dirty="0"/>
            <a:t> et des </a:t>
          </a:r>
          <a:r>
            <a:rPr lang="en-US" dirty="0" err="1"/>
            <a:t>responsabilités</a:t>
          </a:r>
          <a:r>
            <a:rPr lang="en-US" dirty="0"/>
            <a:t>.</a:t>
          </a:r>
        </a:p>
      </dgm:t>
    </dgm:pt>
    <dgm:pt modelId="{5315FB92-9C61-4EFB-855D-1580A8FA5E07}" type="parTrans" cxnId="{96E48DCE-E0F2-4356-A6D6-3C21E0A2055A}">
      <dgm:prSet/>
      <dgm:spPr/>
      <dgm:t>
        <a:bodyPr/>
        <a:lstStyle/>
        <a:p>
          <a:endParaRPr lang="en-US"/>
        </a:p>
      </dgm:t>
    </dgm:pt>
    <dgm:pt modelId="{A91755D2-C607-4956-B8CC-7C85C2BBBB35}" type="sibTrans" cxnId="{96E48DCE-E0F2-4356-A6D6-3C21E0A2055A}">
      <dgm:prSet/>
      <dgm:spPr/>
      <dgm:t>
        <a:bodyPr/>
        <a:lstStyle/>
        <a:p>
          <a:endParaRPr lang="en-US"/>
        </a:p>
      </dgm:t>
    </dgm:pt>
    <dgm:pt modelId="{6E904E6F-E9D1-478E-B330-CDBD1FA47F79}">
      <dgm:prSet/>
      <dgm:spPr/>
      <dgm:t>
        <a:bodyPr/>
        <a:lstStyle/>
        <a:p>
          <a:r>
            <a:rPr lang="en-US" dirty="0" err="1"/>
            <a:t>Utilisation</a:t>
          </a:r>
          <a:r>
            <a:rPr lang="en-US" dirty="0"/>
            <a:t> de GitLab pour la gestion des versions et la collaboration.</a:t>
          </a:r>
        </a:p>
      </dgm:t>
    </dgm:pt>
    <dgm:pt modelId="{A50AB244-13BA-44F1-A5BF-D04F44BF4024}" type="parTrans" cxnId="{9DE9C092-7CF5-46CC-AE50-1AE8AD85DFE0}">
      <dgm:prSet/>
      <dgm:spPr/>
      <dgm:t>
        <a:bodyPr/>
        <a:lstStyle/>
        <a:p>
          <a:endParaRPr lang="en-US"/>
        </a:p>
      </dgm:t>
    </dgm:pt>
    <dgm:pt modelId="{BCAE5206-9291-4270-B0C5-84438170078F}" type="sibTrans" cxnId="{9DE9C092-7CF5-46CC-AE50-1AE8AD85DFE0}">
      <dgm:prSet/>
      <dgm:spPr/>
      <dgm:t>
        <a:bodyPr/>
        <a:lstStyle/>
        <a:p>
          <a:endParaRPr lang="en-US"/>
        </a:p>
      </dgm:t>
    </dgm:pt>
    <dgm:pt modelId="{8AF7D14E-EDB1-44A8-9F2D-1DC3770FA558}">
      <dgm:prSet/>
      <dgm:spPr/>
      <dgm:t>
        <a:bodyPr/>
        <a:lstStyle/>
        <a:p>
          <a:r>
            <a:rPr lang="en-US" dirty="0"/>
            <a:t>Développement </a:t>
          </a:r>
          <a:r>
            <a:rPr lang="en-US" dirty="0" err="1"/>
            <a:t>itératif</a:t>
          </a:r>
          <a:r>
            <a:rPr lang="en-US" dirty="0"/>
            <a:t> avec </a:t>
          </a:r>
          <a:r>
            <a:rPr lang="en-US" dirty="0" err="1"/>
            <a:t>ajout</a:t>
          </a:r>
          <a:r>
            <a:rPr lang="en-US" dirty="0"/>
            <a:t> </a:t>
          </a:r>
          <a:r>
            <a:rPr lang="en-US" dirty="0" err="1"/>
            <a:t>progressif</a:t>
          </a:r>
          <a:r>
            <a:rPr lang="en-US" dirty="0"/>
            <a:t> des </a:t>
          </a:r>
          <a:r>
            <a:rPr lang="en-US" dirty="0" err="1"/>
            <a:t>fonctionnalités</a:t>
          </a:r>
          <a:r>
            <a:rPr lang="en-US" dirty="0"/>
            <a:t>.</a:t>
          </a:r>
        </a:p>
      </dgm:t>
    </dgm:pt>
    <dgm:pt modelId="{6F823A31-6B01-4ECB-AAD9-AACF47FEFF0E}" type="parTrans" cxnId="{3D766170-7845-45C1-A8D8-66FE6549D8C9}">
      <dgm:prSet/>
      <dgm:spPr/>
      <dgm:t>
        <a:bodyPr/>
        <a:lstStyle/>
        <a:p>
          <a:endParaRPr lang="en-US"/>
        </a:p>
      </dgm:t>
    </dgm:pt>
    <dgm:pt modelId="{C84690FC-E91C-49B4-803A-D98E09381498}" type="sibTrans" cxnId="{3D766170-7845-45C1-A8D8-66FE6549D8C9}">
      <dgm:prSet/>
      <dgm:spPr/>
      <dgm:t>
        <a:bodyPr/>
        <a:lstStyle/>
        <a:p>
          <a:endParaRPr lang="en-US"/>
        </a:p>
      </dgm:t>
    </dgm:pt>
    <dgm:pt modelId="{864A36EB-8BF5-4B58-BF9F-98A21B0E0800}">
      <dgm:prSet/>
      <dgm:spPr/>
      <dgm:t>
        <a:bodyPr/>
        <a:lstStyle/>
        <a:p>
          <a:r>
            <a:rPr lang="en-US" dirty="0"/>
            <a:t>Travail sur des branches </a:t>
          </a:r>
          <a:r>
            <a:rPr lang="en-US" dirty="0" err="1"/>
            <a:t>afin</a:t>
          </a:r>
          <a:r>
            <a:rPr lang="en-US" dirty="0"/>
            <a:t> de </a:t>
          </a:r>
          <a:r>
            <a:rPr lang="en-US" dirty="0" err="1"/>
            <a:t>protéger</a:t>
          </a:r>
          <a:r>
            <a:rPr lang="en-US" dirty="0"/>
            <a:t> la </a:t>
          </a:r>
          <a:r>
            <a:rPr lang="en-US" dirty="0" err="1"/>
            <a:t>branche</a:t>
          </a:r>
          <a:r>
            <a:rPr lang="en-US" dirty="0"/>
            <a:t> </a:t>
          </a:r>
          <a:r>
            <a:rPr lang="en-US" dirty="0" err="1"/>
            <a:t>principale</a:t>
          </a:r>
          <a:r>
            <a:rPr lang="en-US" dirty="0">
              <a:latin typeface="Univers Condensed"/>
            </a:rPr>
            <a:t>.</a:t>
          </a:r>
          <a:endParaRPr lang="en-US" dirty="0"/>
        </a:p>
      </dgm:t>
    </dgm:pt>
    <dgm:pt modelId="{69E654A5-D75B-4822-8777-AB14321B0AE2}" type="parTrans" cxnId="{97FD923D-30E1-4B0C-8863-6A1FBD6904D9}">
      <dgm:prSet/>
      <dgm:spPr/>
      <dgm:t>
        <a:bodyPr/>
        <a:lstStyle/>
        <a:p>
          <a:endParaRPr lang="en-US"/>
        </a:p>
      </dgm:t>
    </dgm:pt>
    <dgm:pt modelId="{07CD3B35-4A7F-4052-A6CF-1A4322887455}" type="sibTrans" cxnId="{97FD923D-30E1-4B0C-8863-6A1FBD6904D9}">
      <dgm:prSet/>
      <dgm:spPr/>
      <dgm:t>
        <a:bodyPr/>
        <a:lstStyle/>
        <a:p>
          <a:endParaRPr lang="en-US"/>
        </a:p>
      </dgm:t>
    </dgm:pt>
    <dgm:pt modelId="{9C731E2E-4093-401E-8877-2FCB0BA08857}">
      <dgm:prSet/>
      <dgm:spPr/>
      <dgm:t>
        <a:bodyPr/>
        <a:lstStyle/>
        <a:p>
          <a:r>
            <a:rPr lang="en-US" dirty="0"/>
            <a:t>Tests après </a:t>
          </a:r>
          <a:r>
            <a:rPr lang="en-US" dirty="0" err="1"/>
            <a:t>chaque</a:t>
          </a:r>
          <a:r>
            <a:rPr lang="en-US" dirty="0"/>
            <a:t> </a:t>
          </a:r>
          <a:r>
            <a:rPr lang="en-US" dirty="0" err="1"/>
            <a:t>fonctionnalité</a:t>
          </a:r>
          <a:r>
            <a:rPr lang="en-US" dirty="0"/>
            <a:t> </a:t>
          </a:r>
          <a:r>
            <a:rPr lang="en-US" dirty="0" err="1"/>
            <a:t>développée</a:t>
          </a:r>
          <a:r>
            <a:rPr lang="en-US" dirty="0"/>
            <a:t>.</a:t>
          </a:r>
        </a:p>
      </dgm:t>
    </dgm:pt>
    <dgm:pt modelId="{06E6B6FD-9AEC-41A6-9980-3A97E5A33D5A}" type="parTrans" cxnId="{5196F7CB-CDD5-4FE6-BD38-EF014E506C60}">
      <dgm:prSet/>
      <dgm:spPr/>
      <dgm:t>
        <a:bodyPr/>
        <a:lstStyle/>
        <a:p>
          <a:endParaRPr lang="en-US"/>
        </a:p>
      </dgm:t>
    </dgm:pt>
    <dgm:pt modelId="{9BF31F6F-748D-4E10-A555-6443C2071088}" type="sibTrans" cxnId="{5196F7CB-CDD5-4FE6-BD38-EF014E506C60}">
      <dgm:prSet/>
      <dgm:spPr/>
      <dgm:t>
        <a:bodyPr/>
        <a:lstStyle/>
        <a:p>
          <a:endParaRPr lang="en-US"/>
        </a:p>
      </dgm:t>
    </dgm:pt>
    <dgm:pt modelId="{586C8A30-4CBF-4CAD-8172-1622B46750C4}" type="pres">
      <dgm:prSet presAssocID="{897316C5-FB03-4E35-9F66-456C8EAE2441}" presName="Name0" presStyleCnt="0">
        <dgm:presLayoutVars>
          <dgm:dir/>
          <dgm:resizeHandles val="exact"/>
        </dgm:presLayoutVars>
      </dgm:prSet>
      <dgm:spPr/>
    </dgm:pt>
    <dgm:pt modelId="{25A81B11-30C3-47DD-A871-1CD05932A84A}" type="pres">
      <dgm:prSet presAssocID="{6802AEF1-46FC-4FDE-B25E-43322DBD43D1}" presName="node" presStyleLbl="node1" presStyleIdx="0" presStyleCnt="6">
        <dgm:presLayoutVars>
          <dgm:bulletEnabled val="1"/>
        </dgm:presLayoutVars>
      </dgm:prSet>
      <dgm:spPr/>
    </dgm:pt>
    <dgm:pt modelId="{2B77541E-EC84-416C-981D-D55672BAB0FE}" type="pres">
      <dgm:prSet presAssocID="{3A374878-3F04-4095-97C3-9260B2D13CF8}" presName="sibTrans" presStyleLbl="sibTrans1D1" presStyleIdx="0" presStyleCnt="5"/>
      <dgm:spPr/>
    </dgm:pt>
    <dgm:pt modelId="{07956281-5B73-4C45-AA22-23A49610EC93}" type="pres">
      <dgm:prSet presAssocID="{3A374878-3F04-4095-97C3-9260B2D13CF8}" presName="connectorText" presStyleLbl="sibTrans1D1" presStyleIdx="0" presStyleCnt="5"/>
      <dgm:spPr/>
    </dgm:pt>
    <dgm:pt modelId="{1A8C665E-4632-455E-9657-E68CD0836A9C}" type="pres">
      <dgm:prSet presAssocID="{3FF04478-AEA2-459E-97A8-4BF4EA27E2D4}" presName="node" presStyleLbl="node1" presStyleIdx="1" presStyleCnt="6">
        <dgm:presLayoutVars>
          <dgm:bulletEnabled val="1"/>
        </dgm:presLayoutVars>
      </dgm:prSet>
      <dgm:spPr/>
    </dgm:pt>
    <dgm:pt modelId="{42E6B793-263A-44C2-89CD-9201B0D4BD2E}" type="pres">
      <dgm:prSet presAssocID="{A91755D2-C607-4956-B8CC-7C85C2BBBB35}" presName="sibTrans" presStyleLbl="sibTrans1D1" presStyleIdx="1" presStyleCnt="5"/>
      <dgm:spPr/>
    </dgm:pt>
    <dgm:pt modelId="{FEFDAA3A-3341-47D4-A22F-46498CC61134}" type="pres">
      <dgm:prSet presAssocID="{A91755D2-C607-4956-B8CC-7C85C2BBBB35}" presName="connectorText" presStyleLbl="sibTrans1D1" presStyleIdx="1" presStyleCnt="5"/>
      <dgm:spPr/>
    </dgm:pt>
    <dgm:pt modelId="{D8939A80-F6B2-4EE1-83A9-43F38BAEC763}" type="pres">
      <dgm:prSet presAssocID="{6E904E6F-E9D1-478E-B330-CDBD1FA47F79}" presName="node" presStyleLbl="node1" presStyleIdx="2" presStyleCnt="6">
        <dgm:presLayoutVars>
          <dgm:bulletEnabled val="1"/>
        </dgm:presLayoutVars>
      </dgm:prSet>
      <dgm:spPr/>
    </dgm:pt>
    <dgm:pt modelId="{CC1C967E-D478-477B-808B-E8CA71192430}" type="pres">
      <dgm:prSet presAssocID="{BCAE5206-9291-4270-B0C5-84438170078F}" presName="sibTrans" presStyleLbl="sibTrans1D1" presStyleIdx="2" presStyleCnt="5"/>
      <dgm:spPr/>
    </dgm:pt>
    <dgm:pt modelId="{0AAA1B74-6DA7-4A5F-9342-4D13533D9BE9}" type="pres">
      <dgm:prSet presAssocID="{BCAE5206-9291-4270-B0C5-84438170078F}" presName="connectorText" presStyleLbl="sibTrans1D1" presStyleIdx="2" presStyleCnt="5"/>
      <dgm:spPr/>
    </dgm:pt>
    <dgm:pt modelId="{C6E904B0-4E5E-42BE-A6F1-805BFA45CFED}" type="pres">
      <dgm:prSet presAssocID="{8AF7D14E-EDB1-44A8-9F2D-1DC3770FA558}" presName="node" presStyleLbl="node1" presStyleIdx="3" presStyleCnt="6">
        <dgm:presLayoutVars>
          <dgm:bulletEnabled val="1"/>
        </dgm:presLayoutVars>
      </dgm:prSet>
      <dgm:spPr/>
    </dgm:pt>
    <dgm:pt modelId="{EE4EEF50-C4D9-408B-8242-92EB503468BE}" type="pres">
      <dgm:prSet presAssocID="{C84690FC-E91C-49B4-803A-D98E09381498}" presName="sibTrans" presStyleLbl="sibTrans1D1" presStyleIdx="3" presStyleCnt="5"/>
      <dgm:spPr/>
    </dgm:pt>
    <dgm:pt modelId="{406C44D9-75A7-4330-A8A8-E53FDDA8BDB0}" type="pres">
      <dgm:prSet presAssocID="{C84690FC-E91C-49B4-803A-D98E09381498}" presName="connectorText" presStyleLbl="sibTrans1D1" presStyleIdx="3" presStyleCnt="5"/>
      <dgm:spPr/>
    </dgm:pt>
    <dgm:pt modelId="{2B18B017-D003-49E9-B3E0-415AB96ED359}" type="pres">
      <dgm:prSet presAssocID="{864A36EB-8BF5-4B58-BF9F-98A21B0E0800}" presName="node" presStyleLbl="node1" presStyleIdx="4" presStyleCnt="6">
        <dgm:presLayoutVars>
          <dgm:bulletEnabled val="1"/>
        </dgm:presLayoutVars>
      </dgm:prSet>
      <dgm:spPr/>
    </dgm:pt>
    <dgm:pt modelId="{09AD2500-9274-4465-8EDF-57A1C20AC932}" type="pres">
      <dgm:prSet presAssocID="{07CD3B35-4A7F-4052-A6CF-1A4322887455}" presName="sibTrans" presStyleLbl="sibTrans1D1" presStyleIdx="4" presStyleCnt="5"/>
      <dgm:spPr/>
    </dgm:pt>
    <dgm:pt modelId="{7AA38573-5176-406D-B9F3-35C6083D52B2}" type="pres">
      <dgm:prSet presAssocID="{07CD3B35-4A7F-4052-A6CF-1A4322887455}" presName="connectorText" presStyleLbl="sibTrans1D1" presStyleIdx="4" presStyleCnt="5"/>
      <dgm:spPr/>
    </dgm:pt>
    <dgm:pt modelId="{D345AC3B-5A06-4EF9-B020-3205F98ECD9C}" type="pres">
      <dgm:prSet presAssocID="{9C731E2E-4093-401E-8877-2FCB0BA08857}" presName="node" presStyleLbl="node1" presStyleIdx="5" presStyleCnt="6">
        <dgm:presLayoutVars>
          <dgm:bulletEnabled val="1"/>
        </dgm:presLayoutVars>
      </dgm:prSet>
      <dgm:spPr/>
    </dgm:pt>
  </dgm:ptLst>
  <dgm:cxnLst>
    <dgm:cxn modelId="{26F18F06-23B7-40F6-ACDA-EC571F81EB03}" type="presOf" srcId="{897316C5-FB03-4E35-9F66-456C8EAE2441}" destId="{586C8A30-4CBF-4CAD-8172-1622B46750C4}" srcOrd="0" destOrd="0" presId="urn:microsoft.com/office/officeart/2016/7/layout/RepeatingBendingProcessNew"/>
    <dgm:cxn modelId="{3CC79208-A7A4-4242-9E64-96556686534C}" type="presOf" srcId="{8AF7D14E-EDB1-44A8-9F2D-1DC3770FA558}" destId="{C6E904B0-4E5E-42BE-A6F1-805BFA45CFED}" srcOrd="0" destOrd="0" presId="urn:microsoft.com/office/officeart/2016/7/layout/RepeatingBendingProcessNew"/>
    <dgm:cxn modelId="{08D71809-5FED-46E6-893D-510570EF3C70}" type="presOf" srcId="{6802AEF1-46FC-4FDE-B25E-43322DBD43D1}" destId="{25A81B11-30C3-47DD-A871-1CD05932A84A}" srcOrd="0" destOrd="0" presId="urn:microsoft.com/office/officeart/2016/7/layout/RepeatingBendingProcessNew"/>
    <dgm:cxn modelId="{DABB3C2D-B0E8-49CE-877F-E40E978120A3}" type="presOf" srcId="{C84690FC-E91C-49B4-803A-D98E09381498}" destId="{EE4EEF50-C4D9-408B-8242-92EB503468BE}" srcOrd="0" destOrd="0" presId="urn:microsoft.com/office/officeart/2016/7/layout/RepeatingBendingProcessNew"/>
    <dgm:cxn modelId="{97FD923D-30E1-4B0C-8863-6A1FBD6904D9}" srcId="{897316C5-FB03-4E35-9F66-456C8EAE2441}" destId="{864A36EB-8BF5-4B58-BF9F-98A21B0E0800}" srcOrd="4" destOrd="0" parTransId="{69E654A5-D75B-4822-8777-AB14321B0AE2}" sibTransId="{07CD3B35-4A7F-4052-A6CF-1A4322887455}"/>
    <dgm:cxn modelId="{48E3F663-ECB8-4BBE-A2B4-ADD4657FE5B7}" type="presOf" srcId="{BCAE5206-9291-4270-B0C5-84438170078F}" destId="{0AAA1B74-6DA7-4A5F-9342-4D13533D9BE9}" srcOrd="1" destOrd="0" presId="urn:microsoft.com/office/officeart/2016/7/layout/RepeatingBendingProcessNew"/>
    <dgm:cxn modelId="{3D766170-7845-45C1-A8D8-66FE6549D8C9}" srcId="{897316C5-FB03-4E35-9F66-456C8EAE2441}" destId="{8AF7D14E-EDB1-44A8-9F2D-1DC3770FA558}" srcOrd="3" destOrd="0" parTransId="{6F823A31-6B01-4ECB-AAD9-AACF47FEFF0E}" sibTransId="{C84690FC-E91C-49B4-803A-D98E09381498}"/>
    <dgm:cxn modelId="{2D85DF50-4130-489E-87D8-E0B3BD054784}" type="presOf" srcId="{3A374878-3F04-4095-97C3-9260B2D13CF8}" destId="{07956281-5B73-4C45-AA22-23A49610EC93}" srcOrd="1" destOrd="0" presId="urn:microsoft.com/office/officeart/2016/7/layout/RepeatingBendingProcessNew"/>
    <dgm:cxn modelId="{53519956-2CA3-417F-A9DD-BADBF246212E}" srcId="{897316C5-FB03-4E35-9F66-456C8EAE2441}" destId="{6802AEF1-46FC-4FDE-B25E-43322DBD43D1}" srcOrd="0" destOrd="0" parTransId="{E1811C9F-0D40-4329-9BFE-76B9D6985B0E}" sibTransId="{3A374878-3F04-4095-97C3-9260B2D13CF8}"/>
    <dgm:cxn modelId="{C2C14283-C554-4B08-A473-9F2DC6E4261F}" type="presOf" srcId="{3A374878-3F04-4095-97C3-9260B2D13CF8}" destId="{2B77541E-EC84-416C-981D-D55672BAB0FE}" srcOrd="0" destOrd="0" presId="urn:microsoft.com/office/officeart/2016/7/layout/RepeatingBendingProcessNew"/>
    <dgm:cxn modelId="{9DE9C092-7CF5-46CC-AE50-1AE8AD85DFE0}" srcId="{897316C5-FB03-4E35-9F66-456C8EAE2441}" destId="{6E904E6F-E9D1-478E-B330-CDBD1FA47F79}" srcOrd="2" destOrd="0" parTransId="{A50AB244-13BA-44F1-A5BF-D04F44BF4024}" sibTransId="{BCAE5206-9291-4270-B0C5-84438170078F}"/>
    <dgm:cxn modelId="{F42AC093-F18C-4C7C-9CC2-F68634FB530A}" type="presOf" srcId="{864A36EB-8BF5-4B58-BF9F-98A21B0E0800}" destId="{2B18B017-D003-49E9-B3E0-415AB96ED359}" srcOrd="0" destOrd="0" presId="urn:microsoft.com/office/officeart/2016/7/layout/RepeatingBendingProcessNew"/>
    <dgm:cxn modelId="{E5EC53AA-ABF4-42DA-A999-E1C0FFC35B33}" type="presOf" srcId="{9C731E2E-4093-401E-8877-2FCB0BA08857}" destId="{D345AC3B-5A06-4EF9-B020-3205F98ECD9C}" srcOrd="0" destOrd="0" presId="urn:microsoft.com/office/officeart/2016/7/layout/RepeatingBendingProcessNew"/>
    <dgm:cxn modelId="{29308EAA-A635-4EE7-A088-9B8B643BACE8}" type="presOf" srcId="{A91755D2-C607-4956-B8CC-7C85C2BBBB35}" destId="{FEFDAA3A-3341-47D4-A22F-46498CC61134}" srcOrd="1" destOrd="0" presId="urn:microsoft.com/office/officeart/2016/7/layout/RepeatingBendingProcessNew"/>
    <dgm:cxn modelId="{8786F4BA-C1A3-4E9B-8B2E-70AD3AB48B01}" type="presOf" srcId="{3FF04478-AEA2-459E-97A8-4BF4EA27E2D4}" destId="{1A8C665E-4632-455E-9657-E68CD0836A9C}" srcOrd="0" destOrd="0" presId="urn:microsoft.com/office/officeart/2016/7/layout/RepeatingBendingProcessNew"/>
    <dgm:cxn modelId="{22B524CB-6C53-4482-AF7F-8B60EB1FF6A1}" type="presOf" srcId="{07CD3B35-4A7F-4052-A6CF-1A4322887455}" destId="{7AA38573-5176-406D-B9F3-35C6083D52B2}" srcOrd="1" destOrd="0" presId="urn:microsoft.com/office/officeart/2016/7/layout/RepeatingBendingProcessNew"/>
    <dgm:cxn modelId="{5196F7CB-CDD5-4FE6-BD38-EF014E506C60}" srcId="{897316C5-FB03-4E35-9F66-456C8EAE2441}" destId="{9C731E2E-4093-401E-8877-2FCB0BA08857}" srcOrd="5" destOrd="0" parTransId="{06E6B6FD-9AEC-41A6-9980-3A97E5A33D5A}" sibTransId="{9BF31F6F-748D-4E10-A555-6443C2071088}"/>
    <dgm:cxn modelId="{96E48DCE-E0F2-4356-A6D6-3C21E0A2055A}" srcId="{897316C5-FB03-4E35-9F66-456C8EAE2441}" destId="{3FF04478-AEA2-459E-97A8-4BF4EA27E2D4}" srcOrd="1" destOrd="0" parTransId="{5315FB92-9C61-4EFB-855D-1580A8FA5E07}" sibTransId="{A91755D2-C607-4956-B8CC-7C85C2BBBB35}"/>
    <dgm:cxn modelId="{C953ECD0-6DAB-423B-A6ED-556BE5A346CB}" type="presOf" srcId="{C84690FC-E91C-49B4-803A-D98E09381498}" destId="{406C44D9-75A7-4330-A8A8-E53FDDA8BDB0}" srcOrd="1" destOrd="0" presId="urn:microsoft.com/office/officeart/2016/7/layout/RepeatingBendingProcessNew"/>
    <dgm:cxn modelId="{37FB19D6-82B7-490F-85A6-58E6DA9C25AB}" type="presOf" srcId="{6E904E6F-E9D1-478E-B330-CDBD1FA47F79}" destId="{D8939A80-F6B2-4EE1-83A9-43F38BAEC763}" srcOrd="0" destOrd="0" presId="urn:microsoft.com/office/officeart/2016/7/layout/RepeatingBendingProcessNew"/>
    <dgm:cxn modelId="{86AF58D9-E77D-428F-A6AF-4CBE904FABDC}" type="presOf" srcId="{07CD3B35-4A7F-4052-A6CF-1A4322887455}" destId="{09AD2500-9274-4465-8EDF-57A1C20AC932}" srcOrd="0" destOrd="0" presId="urn:microsoft.com/office/officeart/2016/7/layout/RepeatingBendingProcessNew"/>
    <dgm:cxn modelId="{B9DCD0E3-FD1E-4F02-998B-622C40B07D3F}" type="presOf" srcId="{BCAE5206-9291-4270-B0C5-84438170078F}" destId="{CC1C967E-D478-477B-808B-E8CA71192430}" srcOrd="0" destOrd="0" presId="urn:microsoft.com/office/officeart/2016/7/layout/RepeatingBendingProcessNew"/>
    <dgm:cxn modelId="{4D37FEF4-A0FD-4EFD-85F0-041C06646422}" type="presOf" srcId="{A91755D2-C607-4956-B8CC-7C85C2BBBB35}" destId="{42E6B793-263A-44C2-89CD-9201B0D4BD2E}" srcOrd="0" destOrd="0" presId="urn:microsoft.com/office/officeart/2016/7/layout/RepeatingBendingProcessNew"/>
    <dgm:cxn modelId="{49FCE52A-5295-46D6-96F6-9C600FC0C55E}" type="presParOf" srcId="{586C8A30-4CBF-4CAD-8172-1622B46750C4}" destId="{25A81B11-30C3-47DD-A871-1CD05932A84A}" srcOrd="0" destOrd="0" presId="urn:microsoft.com/office/officeart/2016/7/layout/RepeatingBendingProcessNew"/>
    <dgm:cxn modelId="{091C8544-A2CA-407F-B9CE-E4FEA81C8ED2}" type="presParOf" srcId="{586C8A30-4CBF-4CAD-8172-1622B46750C4}" destId="{2B77541E-EC84-416C-981D-D55672BAB0FE}" srcOrd="1" destOrd="0" presId="urn:microsoft.com/office/officeart/2016/7/layout/RepeatingBendingProcessNew"/>
    <dgm:cxn modelId="{5D1461AB-9BC7-46BD-A842-D78970B36DFB}" type="presParOf" srcId="{2B77541E-EC84-416C-981D-D55672BAB0FE}" destId="{07956281-5B73-4C45-AA22-23A49610EC93}" srcOrd="0" destOrd="0" presId="urn:microsoft.com/office/officeart/2016/7/layout/RepeatingBendingProcessNew"/>
    <dgm:cxn modelId="{30B662B7-8AF7-421C-AD98-F7C3410C84A7}" type="presParOf" srcId="{586C8A30-4CBF-4CAD-8172-1622B46750C4}" destId="{1A8C665E-4632-455E-9657-E68CD0836A9C}" srcOrd="2" destOrd="0" presId="urn:microsoft.com/office/officeart/2016/7/layout/RepeatingBendingProcessNew"/>
    <dgm:cxn modelId="{F55FDBD5-9A29-429B-A135-6DD8FEFC0146}" type="presParOf" srcId="{586C8A30-4CBF-4CAD-8172-1622B46750C4}" destId="{42E6B793-263A-44C2-89CD-9201B0D4BD2E}" srcOrd="3" destOrd="0" presId="urn:microsoft.com/office/officeart/2016/7/layout/RepeatingBendingProcessNew"/>
    <dgm:cxn modelId="{7DF2EFAA-9D78-41F3-A791-F56E4C3B0238}" type="presParOf" srcId="{42E6B793-263A-44C2-89CD-9201B0D4BD2E}" destId="{FEFDAA3A-3341-47D4-A22F-46498CC61134}" srcOrd="0" destOrd="0" presId="urn:microsoft.com/office/officeart/2016/7/layout/RepeatingBendingProcessNew"/>
    <dgm:cxn modelId="{030B425C-2763-4159-95EF-A62483DBD255}" type="presParOf" srcId="{586C8A30-4CBF-4CAD-8172-1622B46750C4}" destId="{D8939A80-F6B2-4EE1-83A9-43F38BAEC763}" srcOrd="4" destOrd="0" presId="urn:microsoft.com/office/officeart/2016/7/layout/RepeatingBendingProcessNew"/>
    <dgm:cxn modelId="{012060C4-E287-4AAF-8541-CCDED7F429AD}" type="presParOf" srcId="{586C8A30-4CBF-4CAD-8172-1622B46750C4}" destId="{CC1C967E-D478-477B-808B-E8CA71192430}" srcOrd="5" destOrd="0" presId="urn:microsoft.com/office/officeart/2016/7/layout/RepeatingBendingProcessNew"/>
    <dgm:cxn modelId="{C5F9EF00-9DFE-4B8D-AC43-810E06B6BD45}" type="presParOf" srcId="{CC1C967E-D478-477B-808B-E8CA71192430}" destId="{0AAA1B74-6DA7-4A5F-9342-4D13533D9BE9}" srcOrd="0" destOrd="0" presId="urn:microsoft.com/office/officeart/2016/7/layout/RepeatingBendingProcessNew"/>
    <dgm:cxn modelId="{53A60FF1-4582-4E10-A989-9DEC0215CF3C}" type="presParOf" srcId="{586C8A30-4CBF-4CAD-8172-1622B46750C4}" destId="{C6E904B0-4E5E-42BE-A6F1-805BFA45CFED}" srcOrd="6" destOrd="0" presId="urn:microsoft.com/office/officeart/2016/7/layout/RepeatingBendingProcessNew"/>
    <dgm:cxn modelId="{BF8C2E09-8689-4BD9-B4E8-E5014EFE0B9B}" type="presParOf" srcId="{586C8A30-4CBF-4CAD-8172-1622B46750C4}" destId="{EE4EEF50-C4D9-408B-8242-92EB503468BE}" srcOrd="7" destOrd="0" presId="urn:microsoft.com/office/officeart/2016/7/layout/RepeatingBendingProcessNew"/>
    <dgm:cxn modelId="{D0550DA8-C7AF-4FA6-B5DC-5769989C66B7}" type="presParOf" srcId="{EE4EEF50-C4D9-408B-8242-92EB503468BE}" destId="{406C44D9-75A7-4330-A8A8-E53FDDA8BDB0}" srcOrd="0" destOrd="0" presId="urn:microsoft.com/office/officeart/2016/7/layout/RepeatingBendingProcessNew"/>
    <dgm:cxn modelId="{6467A306-42DF-497A-9F6B-0188A86D489C}" type="presParOf" srcId="{586C8A30-4CBF-4CAD-8172-1622B46750C4}" destId="{2B18B017-D003-49E9-B3E0-415AB96ED359}" srcOrd="8" destOrd="0" presId="urn:microsoft.com/office/officeart/2016/7/layout/RepeatingBendingProcessNew"/>
    <dgm:cxn modelId="{400B4CFB-755C-4C15-9170-1FAAC2C949FE}" type="presParOf" srcId="{586C8A30-4CBF-4CAD-8172-1622B46750C4}" destId="{09AD2500-9274-4465-8EDF-57A1C20AC932}" srcOrd="9" destOrd="0" presId="urn:microsoft.com/office/officeart/2016/7/layout/RepeatingBendingProcessNew"/>
    <dgm:cxn modelId="{D07F9DA9-99F4-45A9-9589-36E613BA3C65}" type="presParOf" srcId="{09AD2500-9274-4465-8EDF-57A1C20AC932}" destId="{7AA38573-5176-406D-B9F3-35C6083D52B2}" srcOrd="0" destOrd="0" presId="urn:microsoft.com/office/officeart/2016/7/layout/RepeatingBendingProcessNew"/>
    <dgm:cxn modelId="{C71D4186-D48F-48AE-8F70-C83EA0BC7154}" type="presParOf" srcId="{586C8A30-4CBF-4CAD-8172-1622B46750C4}" destId="{D345AC3B-5A06-4EF9-B020-3205F98ECD9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CF010-BE93-4DB1-B7A2-B9B95056CA2C}">
      <dsp:nvSpPr>
        <dsp:cNvPr id="0" name=""/>
        <dsp:cNvSpPr/>
      </dsp:nvSpPr>
      <dsp:spPr>
        <a:xfrm>
          <a:off x="3757" y="714181"/>
          <a:ext cx="2034223" cy="12205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Univers Condensed"/>
              <a:ea typeface="Calibri"/>
              <a:cs typeface="Calibri"/>
            </a:rPr>
            <a:t>Authentification</a:t>
          </a:r>
          <a:r>
            <a:rPr lang="en-US" sz="1800" kern="1200" dirty="0">
              <a:latin typeface="Univers Condensed"/>
              <a:ea typeface="Calibri"/>
              <a:cs typeface="Calibri"/>
            </a:rPr>
            <a:t> </a:t>
          </a:r>
          <a:r>
            <a:rPr lang="en-US" sz="1800" kern="1200" dirty="0" err="1">
              <a:latin typeface="Univers Condensed"/>
              <a:ea typeface="Calibri"/>
              <a:cs typeface="Calibri"/>
            </a:rPr>
            <a:t>basée</a:t>
          </a:r>
          <a:r>
            <a:rPr lang="en-US" sz="1800" kern="1200" dirty="0">
              <a:latin typeface="Univers Condensed"/>
              <a:ea typeface="Calibri"/>
              <a:cs typeface="Calibri"/>
            </a:rPr>
            <a:t> sur les </a:t>
          </a:r>
          <a:r>
            <a:rPr lang="en-US" sz="1800" kern="1200" dirty="0" err="1">
              <a:latin typeface="Univers Condensed"/>
              <a:ea typeface="Calibri"/>
              <a:cs typeface="Calibri"/>
            </a:rPr>
            <a:t>rôles</a:t>
          </a:r>
          <a:r>
            <a:rPr lang="en-US" sz="1800" kern="1200" dirty="0">
              <a:latin typeface="Univers Condensed"/>
              <a:ea typeface="Calibri"/>
              <a:cs typeface="Calibri"/>
            </a:rPr>
            <a:t>.</a:t>
          </a:r>
        </a:p>
      </dsp:txBody>
      <dsp:txXfrm>
        <a:off x="3757" y="714181"/>
        <a:ext cx="2034223" cy="1220533"/>
      </dsp:txXfrm>
    </dsp:sp>
    <dsp:sp modelId="{0835FB40-8C00-413D-9C48-3F54E7043DA4}">
      <dsp:nvSpPr>
        <dsp:cNvPr id="0" name=""/>
        <dsp:cNvSpPr/>
      </dsp:nvSpPr>
      <dsp:spPr>
        <a:xfrm>
          <a:off x="2241402" y="714181"/>
          <a:ext cx="2034223" cy="12205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Univers Condensed"/>
              <a:ea typeface="Calibri"/>
              <a:cs typeface="Calibri"/>
            </a:rPr>
            <a:t>Connexion</a:t>
          </a:r>
          <a:r>
            <a:rPr lang="en-US" sz="2000" kern="1200" dirty="0">
              <a:latin typeface="Univers Condensed"/>
              <a:ea typeface="Calibri"/>
              <a:cs typeface="Calibri"/>
            </a:rPr>
            <a:t> via un 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compte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Google.</a:t>
          </a:r>
        </a:p>
      </dsp:txBody>
      <dsp:txXfrm>
        <a:off x="2241402" y="714181"/>
        <a:ext cx="2034223" cy="1220533"/>
      </dsp:txXfrm>
    </dsp:sp>
    <dsp:sp modelId="{57361F66-73C8-416E-8D0B-0CBC8D24023B}">
      <dsp:nvSpPr>
        <dsp:cNvPr id="0" name=""/>
        <dsp:cNvSpPr/>
      </dsp:nvSpPr>
      <dsp:spPr>
        <a:xfrm>
          <a:off x="4479047" y="714181"/>
          <a:ext cx="2034223" cy="12205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Univers Condensed"/>
              <a:ea typeface="Calibri"/>
              <a:cs typeface="Calibri"/>
            </a:rPr>
            <a:t>Paramétrage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pour les 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comptes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utilisateurs</a:t>
          </a:r>
          <a:r>
            <a:rPr lang="en-US" sz="2000" kern="1200" dirty="0">
              <a:latin typeface="Univers Condensed"/>
              <a:ea typeface="Calibri"/>
              <a:cs typeface="Calibri"/>
            </a:rPr>
            <a:t>.</a:t>
          </a:r>
        </a:p>
      </dsp:txBody>
      <dsp:txXfrm>
        <a:off x="4479047" y="714181"/>
        <a:ext cx="2034223" cy="1220533"/>
      </dsp:txXfrm>
    </dsp:sp>
    <dsp:sp modelId="{E77B99BD-9D04-46F0-9C32-EF9BB7B71ABA}">
      <dsp:nvSpPr>
        <dsp:cNvPr id="0" name=""/>
        <dsp:cNvSpPr/>
      </dsp:nvSpPr>
      <dsp:spPr>
        <a:xfrm>
          <a:off x="6716693" y="714181"/>
          <a:ext cx="2034223" cy="12205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Univers Condensed"/>
              <a:ea typeface="Calibri"/>
              <a:cs typeface="Calibri"/>
            </a:rPr>
            <a:t>Changement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sécurisé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du mot de passe.</a:t>
          </a:r>
        </a:p>
      </dsp:txBody>
      <dsp:txXfrm>
        <a:off x="6716693" y="714181"/>
        <a:ext cx="2034223" cy="1220533"/>
      </dsp:txXfrm>
    </dsp:sp>
    <dsp:sp modelId="{77009C34-6F0F-4ADF-B885-26B0CCDCD55B}">
      <dsp:nvSpPr>
        <dsp:cNvPr id="0" name=""/>
        <dsp:cNvSpPr/>
      </dsp:nvSpPr>
      <dsp:spPr>
        <a:xfrm>
          <a:off x="8954338" y="714181"/>
          <a:ext cx="2034223" cy="12205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Univers Condensed"/>
              <a:ea typeface="Calibri"/>
              <a:cs typeface="Calibri"/>
            </a:rPr>
            <a:t>Envoi et 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réception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de 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fichiers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dans le chat.</a:t>
          </a:r>
        </a:p>
      </dsp:txBody>
      <dsp:txXfrm>
        <a:off x="8954338" y="714181"/>
        <a:ext cx="2034223" cy="1220533"/>
      </dsp:txXfrm>
    </dsp:sp>
    <dsp:sp modelId="{EC765BDB-E928-4E18-A789-D9EA798BEB0B}">
      <dsp:nvSpPr>
        <dsp:cNvPr id="0" name=""/>
        <dsp:cNvSpPr/>
      </dsp:nvSpPr>
      <dsp:spPr>
        <a:xfrm>
          <a:off x="1122579" y="2138138"/>
          <a:ext cx="2034223" cy="12205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Univers Condensed"/>
              <a:ea typeface="Calibri"/>
              <a:cs typeface="Calibri"/>
            </a:rPr>
            <a:t>Affichage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des 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heures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et dates des messages.</a:t>
          </a:r>
        </a:p>
      </dsp:txBody>
      <dsp:txXfrm>
        <a:off x="1122579" y="2138138"/>
        <a:ext cx="2034223" cy="1220533"/>
      </dsp:txXfrm>
    </dsp:sp>
    <dsp:sp modelId="{F475A917-CFD0-46C2-BEBB-6987DC8DDC9F}">
      <dsp:nvSpPr>
        <dsp:cNvPr id="0" name=""/>
        <dsp:cNvSpPr/>
      </dsp:nvSpPr>
      <dsp:spPr>
        <a:xfrm>
          <a:off x="3360225" y="2138138"/>
          <a:ext cx="2034223" cy="12205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Univers Condensed"/>
              <a:ea typeface="Calibri"/>
              <a:cs typeface="Calibri"/>
            </a:rPr>
            <a:t>Module Q&amp;A pour les parents.</a:t>
          </a:r>
          <a:endParaRPr lang="en-US" sz="2000" kern="1200" dirty="0">
            <a:latin typeface="Univers Condensed"/>
            <a:ea typeface="Calibri"/>
            <a:cs typeface="Calibri"/>
          </a:endParaRPr>
        </a:p>
      </dsp:txBody>
      <dsp:txXfrm>
        <a:off x="3360225" y="2138138"/>
        <a:ext cx="2034223" cy="1220533"/>
      </dsp:txXfrm>
    </dsp:sp>
    <dsp:sp modelId="{6BCF56EE-8042-4E64-86E5-312F9C8C4D7F}">
      <dsp:nvSpPr>
        <dsp:cNvPr id="0" name=""/>
        <dsp:cNvSpPr/>
      </dsp:nvSpPr>
      <dsp:spPr>
        <a:xfrm>
          <a:off x="5597870" y="2138138"/>
          <a:ext cx="2034223" cy="12205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Univers Condensed"/>
              <a:ea typeface="Calibri"/>
              <a:cs typeface="Calibri"/>
            </a:rPr>
            <a:t>Interface 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complète</a:t>
          </a:r>
          <a:r>
            <a:rPr lang="en-US" sz="2000" kern="1200" dirty="0">
              <a:latin typeface="Univers Condensed"/>
              <a:ea typeface="Calibri"/>
              <a:cs typeface="Calibri"/>
            </a:rPr>
            <a:t> avec CSS responsive.</a:t>
          </a:r>
        </a:p>
      </dsp:txBody>
      <dsp:txXfrm>
        <a:off x="5597870" y="2138138"/>
        <a:ext cx="2034223" cy="1220533"/>
      </dsp:txXfrm>
    </dsp:sp>
    <dsp:sp modelId="{7FF411DE-3A40-4A0E-B060-234A84FC7DE7}">
      <dsp:nvSpPr>
        <dsp:cNvPr id="0" name=""/>
        <dsp:cNvSpPr/>
      </dsp:nvSpPr>
      <dsp:spPr>
        <a:xfrm>
          <a:off x="7835516" y="2138138"/>
          <a:ext cx="2034223" cy="12205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Univers Condensed"/>
              <a:ea typeface="Calibri"/>
              <a:cs typeface="Calibri"/>
            </a:rPr>
            <a:t>Suppression des </a:t>
          </a:r>
          <a:r>
            <a:rPr lang="en-US" sz="2000" kern="1200" dirty="0" err="1">
              <a:latin typeface="Univers Condensed"/>
              <a:ea typeface="Calibri"/>
              <a:cs typeface="Calibri"/>
            </a:rPr>
            <a:t>annonces</a:t>
          </a:r>
          <a:r>
            <a:rPr lang="en-US" sz="2000" kern="1200" dirty="0">
              <a:latin typeface="Univers Condensed"/>
              <a:ea typeface="Calibri"/>
              <a:cs typeface="Calibri"/>
            </a:rPr>
            <a:t>.</a:t>
          </a:r>
        </a:p>
      </dsp:txBody>
      <dsp:txXfrm>
        <a:off x="7835516" y="2138138"/>
        <a:ext cx="2034223" cy="12205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BA770-2556-4D56-891C-37C985262F84}">
      <dsp:nvSpPr>
        <dsp:cNvPr id="0" name=""/>
        <dsp:cNvSpPr/>
      </dsp:nvSpPr>
      <dsp:spPr>
        <a:xfrm>
          <a:off x="3129" y="336931"/>
          <a:ext cx="2482516" cy="14895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Univers Condensed"/>
              <a:ea typeface="Calibri"/>
              <a:cs typeface="Calibri"/>
            </a:rPr>
            <a:t>Mise </a:t>
          </a:r>
          <a:r>
            <a:rPr lang="en-US" sz="1800" kern="1200" dirty="0" err="1">
              <a:latin typeface="Univers Condensed"/>
              <a:ea typeface="Calibri"/>
              <a:cs typeface="Calibri"/>
            </a:rPr>
            <a:t>en</a:t>
          </a:r>
          <a:r>
            <a:rPr lang="en-US" sz="1800" kern="1200" dirty="0">
              <a:latin typeface="Univers Condensed"/>
              <a:ea typeface="Calibri"/>
              <a:cs typeface="Calibri"/>
            </a:rPr>
            <a:t> place de </a:t>
          </a:r>
          <a:r>
            <a:rPr lang="en-US" sz="1800" kern="1200" dirty="0" err="1">
              <a:latin typeface="Univers Condensed"/>
              <a:ea typeface="Calibri"/>
              <a:cs typeface="Calibri"/>
            </a:rPr>
            <a:t>l’authentification</a:t>
          </a:r>
          <a:r>
            <a:rPr lang="en-US" sz="1800" kern="1200" dirty="0">
              <a:latin typeface="Univers Condensed"/>
              <a:ea typeface="Calibri"/>
              <a:cs typeface="Calibri"/>
            </a:rPr>
            <a:t> </a:t>
          </a:r>
          <a:r>
            <a:rPr lang="en-US" sz="1800" kern="1200" dirty="0" err="1">
              <a:latin typeface="Univers Condensed"/>
              <a:ea typeface="Calibri"/>
              <a:cs typeface="Calibri"/>
            </a:rPr>
            <a:t>multifacteur</a:t>
          </a:r>
          <a:r>
            <a:rPr lang="en-US" sz="1800" kern="1200" dirty="0">
              <a:latin typeface="Univers Condensed"/>
              <a:ea typeface="Calibri"/>
              <a:cs typeface="Calibri"/>
            </a:rPr>
            <a:t> (MFA).</a:t>
          </a:r>
        </a:p>
      </dsp:txBody>
      <dsp:txXfrm>
        <a:off x="3129" y="336931"/>
        <a:ext cx="2482516" cy="1489509"/>
      </dsp:txXfrm>
    </dsp:sp>
    <dsp:sp modelId="{2DFF07D7-D92F-410A-9476-1558B93EE5E7}">
      <dsp:nvSpPr>
        <dsp:cNvPr id="0" name=""/>
        <dsp:cNvSpPr/>
      </dsp:nvSpPr>
      <dsp:spPr>
        <a:xfrm>
          <a:off x="2733897" y="336931"/>
          <a:ext cx="2482516" cy="14895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latin typeface="Univers Condensed"/>
              <a:ea typeface="Calibri"/>
              <a:cs typeface="Calibri"/>
            </a:rPr>
            <a:t>Création</a:t>
          </a:r>
          <a:r>
            <a:rPr lang="en-US" sz="1300" kern="1200" dirty="0">
              <a:latin typeface="Univers Condensed"/>
              <a:ea typeface="Calibri"/>
              <a:cs typeface="Calibri"/>
            </a:rPr>
            <a:t>, modification et suppression de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calendriers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d’événements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.</a:t>
          </a:r>
        </a:p>
      </dsp:txBody>
      <dsp:txXfrm>
        <a:off x="2733897" y="336931"/>
        <a:ext cx="2482516" cy="1489509"/>
      </dsp:txXfrm>
    </dsp:sp>
    <dsp:sp modelId="{89B30B43-595D-4269-A78D-35B2DA57D494}">
      <dsp:nvSpPr>
        <dsp:cNvPr id="0" name=""/>
        <dsp:cNvSpPr/>
      </dsp:nvSpPr>
      <dsp:spPr>
        <a:xfrm>
          <a:off x="5464665" y="336931"/>
          <a:ext cx="2482516" cy="14895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latin typeface="Univers Condensed"/>
              <a:ea typeface="Calibri"/>
              <a:cs typeface="Calibri"/>
            </a:rPr>
            <a:t>Filtrage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dynamique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des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événements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.</a:t>
          </a:r>
        </a:p>
      </dsp:txBody>
      <dsp:txXfrm>
        <a:off x="5464665" y="336931"/>
        <a:ext cx="2482516" cy="1489509"/>
      </dsp:txXfrm>
    </dsp:sp>
    <dsp:sp modelId="{7991B9C3-9487-4753-902D-49D212D1AF96}">
      <dsp:nvSpPr>
        <dsp:cNvPr id="0" name=""/>
        <dsp:cNvSpPr/>
      </dsp:nvSpPr>
      <dsp:spPr>
        <a:xfrm>
          <a:off x="8195434" y="336931"/>
          <a:ext cx="2482516" cy="14895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Univers Condensed"/>
              <a:ea typeface="Calibri"/>
              <a:cs typeface="Calibri"/>
            </a:rPr>
            <a:t>Rappels 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d’événements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 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envoyés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 par SMS.</a:t>
          </a:r>
        </a:p>
      </dsp:txBody>
      <dsp:txXfrm>
        <a:off x="8195434" y="336931"/>
        <a:ext cx="2482516" cy="1489509"/>
      </dsp:txXfrm>
    </dsp:sp>
    <dsp:sp modelId="{96DE2C26-1B4C-4C81-96F7-C7424EC4ADAE}">
      <dsp:nvSpPr>
        <dsp:cNvPr id="0" name=""/>
        <dsp:cNvSpPr/>
      </dsp:nvSpPr>
      <dsp:spPr>
        <a:xfrm>
          <a:off x="3129" y="2074693"/>
          <a:ext cx="2482516" cy="148950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Univers Condensed"/>
              <a:ea typeface="Calibri"/>
              <a:cs typeface="Calibri"/>
            </a:rPr>
            <a:t>Gestion et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création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de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groupes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d’utilisateurs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.</a:t>
          </a:r>
        </a:p>
      </dsp:txBody>
      <dsp:txXfrm>
        <a:off x="3129" y="2074693"/>
        <a:ext cx="2482516" cy="1489509"/>
      </dsp:txXfrm>
    </dsp:sp>
    <dsp:sp modelId="{7BD66A6D-634B-4B81-A42D-D0A1A8289779}">
      <dsp:nvSpPr>
        <dsp:cNvPr id="0" name=""/>
        <dsp:cNvSpPr/>
      </dsp:nvSpPr>
      <dsp:spPr>
        <a:xfrm>
          <a:off x="2733897" y="2074693"/>
          <a:ext cx="2482516" cy="14895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latin typeface="Univers Condensed"/>
              <a:ea typeface="Calibri"/>
              <a:cs typeface="Calibri"/>
            </a:rPr>
            <a:t>Ajout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d’un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filtre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pour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l’âge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des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joueurs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.</a:t>
          </a:r>
        </a:p>
      </dsp:txBody>
      <dsp:txXfrm>
        <a:off x="2733897" y="2074693"/>
        <a:ext cx="2482516" cy="1489509"/>
      </dsp:txXfrm>
    </dsp:sp>
    <dsp:sp modelId="{80D08673-E65A-4F75-BA50-B4358129369F}">
      <dsp:nvSpPr>
        <dsp:cNvPr id="0" name=""/>
        <dsp:cNvSpPr/>
      </dsp:nvSpPr>
      <dsp:spPr>
        <a:xfrm>
          <a:off x="5464665" y="2074693"/>
          <a:ext cx="2482516" cy="14895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>
              <a:latin typeface="Univers Condensed"/>
              <a:ea typeface="Calibri"/>
              <a:cs typeface="Calibri"/>
            </a:rPr>
            <a:t>Possibilité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de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réagir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aux messages avec des emojis.</a:t>
          </a:r>
        </a:p>
      </dsp:txBody>
      <dsp:txXfrm>
        <a:off x="5464665" y="2074693"/>
        <a:ext cx="2482516" cy="1489509"/>
      </dsp:txXfrm>
    </dsp:sp>
    <dsp:sp modelId="{5ACBCD76-2F81-47C1-840B-F105CEB7DD06}">
      <dsp:nvSpPr>
        <dsp:cNvPr id="0" name=""/>
        <dsp:cNvSpPr/>
      </dsp:nvSpPr>
      <dsp:spPr>
        <a:xfrm>
          <a:off x="8195434" y="2074693"/>
          <a:ext cx="2482516" cy="148950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Univers Condensed"/>
              <a:ea typeface="Calibri"/>
              <a:cs typeface="Calibri"/>
            </a:rPr>
            <a:t>Suppression de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compte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et envoi de rappels </a:t>
          </a:r>
          <a:r>
            <a:rPr lang="en-US" sz="1300" kern="1200" dirty="0" err="1">
              <a:latin typeface="Univers Condensed"/>
              <a:ea typeface="Calibri"/>
              <a:cs typeface="Calibri"/>
            </a:rPr>
            <a:t>automatiques</a:t>
          </a:r>
          <a:r>
            <a:rPr lang="en-US" sz="1300" kern="1200" dirty="0">
              <a:latin typeface="Univers Condensed"/>
              <a:ea typeface="Calibri"/>
              <a:cs typeface="Calibri"/>
            </a:rPr>
            <a:t> par SMS.</a:t>
          </a:r>
        </a:p>
      </dsp:txBody>
      <dsp:txXfrm>
        <a:off x="8195434" y="2074693"/>
        <a:ext cx="2482516" cy="14895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D1616-A309-4FEA-A739-1976CD264EA7}">
      <dsp:nvSpPr>
        <dsp:cNvPr id="0" name=""/>
        <dsp:cNvSpPr/>
      </dsp:nvSpPr>
      <dsp:spPr>
        <a:xfrm>
          <a:off x="692601" y="3314"/>
          <a:ext cx="2904961" cy="1742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Création</a:t>
          </a:r>
          <a:r>
            <a:rPr lang="en-US" sz="1400" kern="1200" dirty="0"/>
            <a:t>, modification et publication </a:t>
          </a:r>
          <a:r>
            <a:rPr lang="en-US" sz="1400" kern="1200" dirty="0" err="1"/>
            <a:t>d’annonces</a:t>
          </a:r>
          <a:r>
            <a:rPr lang="en-US" sz="1400" kern="1200" dirty="0"/>
            <a:t> </a:t>
          </a:r>
          <a:r>
            <a:rPr lang="en-US" sz="1400" kern="1200" dirty="0" err="1"/>
            <a:t>destinées</a:t>
          </a:r>
          <a:r>
            <a:rPr lang="en-US" sz="1400" kern="1200" dirty="0"/>
            <a:t> aux </a:t>
          </a:r>
          <a:r>
            <a:rPr lang="en-US" sz="1400" kern="1200" dirty="0" err="1"/>
            <a:t>utilisateurs</a:t>
          </a:r>
          <a:r>
            <a:rPr lang="en-US" sz="1400" kern="1200" dirty="0"/>
            <a:t>.</a:t>
          </a:r>
        </a:p>
      </dsp:txBody>
      <dsp:txXfrm>
        <a:off x="692601" y="3314"/>
        <a:ext cx="2904961" cy="1742977"/>
      </dsp:txXfrm>
    </dsp:sp>
    <dsp:sp modelId="{A5F23F96-ACFD-45F0-A9AE-D0B1681244B7}">
      <dsp:nvSpPr>
        <dsp:cNvPr id="0" name=""/>
        <dsp:cNvSpPr/>
      </dsp:nvSpPr>
      <dsp:spPr>
        <a:xfrm>
          <a:off x="3888059" y="3314"/>
          <a:ext cx="2904961" cy="174297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Filtrage</a:t>
          </a:r>
          <a:r>
            <a:rPr lang="en-US" sz="1400" kern="1200" dirty="0"/>
            <a:t> </a:t>
          </a:r>
          <a:r>
            <a:rPr lang="en-US" sz="1400" kern="1200" dirty="0" err="1"/>
            <a:t>dynamique</a:t>
          </a:r>
          <a:r>
            <a:rPr lang="en-US" sz="1400" kern="1200" dirty="0"/>
            <a:t> des </a:t>
          </a:r>
          <a:r>
            <a:rPr lang="en-US" sz="1400" kern="1200" dirty="0" err="1"/>
            <a:t>annonces</a:t>
          </a:r>
          <a:r>
            <a:rPr lang="en-US" sz="1400" kern="1200" dirty="0"/>
            <a:t>.</a:t>
          </a:r>
        </a:p>
      </dsp:txBody>
      <dsp:txXfrm>
        <a:off x="3888059" y="3314"/>
        <a:ext cx="2904961" cy="1742977"/>
      </dsp:txXfrm>
    </dsp:sp>
    <dsp:sp modelId="{285B8873-192D-4021-BE4A-792D2E630BB0}">
      <dsp:nvSpPr>
        <dsp:cNvPr id="0" name=""/>
        <dsp:cNvSpPr/>
      </dsp:nvSpPr>
      <dsp:spPr>
        <a:xfrm>
          <a:off x="7083517" y="3314"/>
          <a:ext cx="2904961" cy="17429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Messagerie</a:t>
          </a:r>
          <a:r>
            <a:rPr lang="en-US" sz="1400" kern="1200" dirty="0"/>
            <a:t> </a:t>
          </a:r>
          <a:r>
            <a:rPr lang="en-US" sz="1400" kern="1200" dirty="0" err="1"/>
            <a:t>privée</a:t>
          </a:r>
          <a:r>
            <a:rPr lang="en-US" sz="1400" kern="1200" dirty="0"/>
            <a:t> entre des </a:t>
          </a:r>
          <a:r>
            <a:rPr lang="en-US" sz="1400" kern="1200" dirty="0" err="1"/>
            <a:t>utilisateurs</a:t>
          </a:r>
          <a:r>
            <a:rPr lang="en-US" sz="1400" kern="1200" dirty="0"/>
            <a:t> et </a:t>
          </a:r>
          <a:r>
            <a:rPr lang="en-US" sz="1400" kern="1200" dirty="0" err="1"/>
            <a:t>en</a:t>
          </a:r>
          <a:r>
            <a:rPr lang="en-US" sz="1400" kern="1200" dirty="0"/>
            <a:t> </a:t>
          </a:r>
          <a:r>
            <a:rPr lang="en-US" sz="1400" kern="1200" dirty="0" err="1"/>
            <a:t>groupe</a:t>
          </a:r>
          <a:r>
            <a:rPr lang="en-US" sz="1400" kern="1200" dirty="0"/>
            <a:t>.</a:t>
          </a:r>
        </a:p>
      </dsp:txBody>
      <dsp:txXfrm>
        <a:off x="7083517" y="3314"/>
        <a:ext cx="2904961" cy="1742977"/>
      </dsp:txXfrm>
    </dsp:sp>
    <dsp:sp modelId="{8B899BA4-7674-4B4C-8A98-25B93626BBBF}">
      <dsp:nvSpPr>
        <dsp:cNvPr id="0" name=""/>
        <dsp:cNvSpPr/>
      </dsp:nvSpPr>
      <dsp:spPr>
        <a:xfrm>
          <a:off x="2290330" y="2036787"/>
          <a:ext cx="2904961" cy="174297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Appels </a:t>
          </a:r>
          <a:r>
            <a:rPr lang="en-US" sz="1400" kern="1200" dirty="0" err="1"/>
            <a:t>privée</a:t>
          </a:r>
          <a:r>
            <a:rPr lang="en-US" sz="1400" kern="1200" dirty="0"/>
            <a:t> entre les </a:t>
          </a:r>
          <a:r>
            <a:rPr lang="en-US" sz="1400" kern="1200" dirty="0" err="1"/>
            <a:t>utilisateurs</a:t>
          </a:r>
          <a:r>
            <a:rPr lang="en-US" sz="1400" kern="1200" dirty="0"/>
            <a:t> et </a:t>
          </a:r>
          <a:r>
            <a:rPr lang="en-US" sz="1400" kern="1200" dirty="0" err="1"/>
            <a:t>en</a:t>
          </a:r>
          <a:r>
            <a:rPr lang="en-US" sz="1400" kern="1200" dirty="0"/>
            <a:t> </a:t>
          </a:r>
          <a:r>
            <a:rPr lang="en-US" sz="1400" kern="1200" dirty="0" err="1"/>
            <a:t>groupe</a:t>
          </a:r>
          <a:r>
            <a:rPr lang="en-US" sz="1400" kern="1200" dirty="0"/>
            <a:t>.</a:t>
          </a:r>
        </a:p>
      </dsp:txBody>
      <dsp:txXfrm>
        <a:off x="2290330" y="2036787"/>
        <a:ext cx="2904961" cy="1742977"/>
      </dsp:txXfrm>
    </dsp:sp>
    <dsp:sp modelId="{8AB7D50B-6038-422F-8809-EBE8FCA89323}">
      <dsp:nvSpPr>
        <dsp:cNvPr id="0" name=""/>
        <dsp:cNvSpPr/>
      </dsp:nvSpPr>
      <dsp:spPr>
        <a:xfrm>
          <a:off x="5485788" y="2036787"/>
          <a:ext cx="2904961" cy="174297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Documentation </a:t>
          </a:r>
          <a:r>
            <a:rPr lang="en-US" sz="1400" kern="1200" dirty="0" err="1"/>
            <a:t>claire</a:t>
          </a:r>
          <a:r>
            <a:rPr lang="en-US" sz="1400" kern="1200" dirty="0"/>
            <a:t> des endpoints "API" pour </a:t>
          </a:r>
          <a:r>
            <a:rPr lang="en-US" sz="1400" kern="1200" dirty="0" err="1"/>
            <a:t>faciliter</a:t>
          </a:r>
          <a:r>
            <a:rPr lang="en-US" sz="1400" kern="1200" dirty="0"/>
            <a:t> </a:t>
          </a:r>
          <a:r>
            <a:rPr lang="en-US" sz="1400" kern="1200" dirty="0" err="1"/>
            <a:t>l’intégration</a:t>
          </a:r>
          <a:r>
            <a:rPr lang="en-US" sz="1400" kern="1200" dirty="0"/>
            <a:t>.</a:t>
          </a:r>
        </a:p>
      </dsp:txBody>
      <dsp:txXfrm>
        <a:off x="5485788" y="2036787"/>
        <a:ext cx="2904961" cy="17429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77541E-EC84-416C-981D-D55672BAB0FE}">
      <dsp:nvSpPr>
        <dsp:cNvPr id="0" name=""/>
        <dsp:cNvSpPr/>
      </dsp:nvSpPr>
      <dsp:spPr>
        <a:xfrm>
          <a:off x="3188186" y="596187"/>
          <a:ext cx="460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097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6386" y="639449"/>
        <a:ext cx="24578" cy="4915"/>
      </dsp:txXfrm>
    </dsp:sp>
    <dsp:sp modelId="{25A81B11-30C3-47DD-A871-1CD05932A84A}">
      <dsp:nvSpPr>
        <dsp:cNvPr id="0" name=""/>
        <dsp:cNvSpPr/>
      </dsp:nvSpPr>
      <dsp:spPr>
        <a:xfrm>
          <a:off x="1052692" y="719"/>
          <a:ext cx="2137293" cy="1282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29" tIns="109932" rIns="104729" bIns="10993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Rencontres </a:t>
          </a:r>
          <a:r>
            <a:rPr lang="en-US" sz="1600" kern="1200" dirty="0" err="1"/>
            <a:t>hebdomadaires</a:t>
          </a:r>
          <a:r>
            <a:rPr lang="en-US" sz="1600" kern="1200" dirty="0"/>
            <a:t> pour faire le </a:t>
          </a:r>
          <a:r>
            <a:rPr lang="en-US" sz="1600" kern="1200" dirty="0" err="1"/>
            <a:t>suivi</a:t>
          </a:r>
          <a:r>
            <a:rPr lang="en-US" sz="1600" kern="1200" dirty="0"/>
            <a:t> de </a:t>
          </a:r>
          <a:r>
            <a:rPr lang="en-US" sz="1600" kern="1200" dirty="0" err="1"/>
            <a:t>l’avancement</a:t>
          </a:r>
          <a:r>
            <a:rPr lang="en-US" sz="1600" kern="1200" dirty="0"/>
            <a:t> du </a:t>
          </a:r>
          <a:r>
            <a:rPr lang="en-US" sz="1600" kern="1200" dirty="0" err="1"/>
            <a:t>projet</a:t>
          </a:r>
          <a:r>
            <a:rPr lang="en-US" sz="1600" kern="1200" dirty="0"/>
            <a:t>.</a:t>
          </a:r>
        </a:p>
      </dsp:txBody>
      <dsp:txXfrm>
        <a:off x="1052692" y="719"/>
        <a:ext cx="2137293" cy="1282376"/>
      </dsp:txXfrm>
    </dsp:sp>
    <dsp:sp modelId="{42E6B793-263A-44C2-89CD-9201B0D4BD2E}">
      <dsp:nvSpPr>
        <dsp:cNvPr id="0" name=""/>
        <dsp:cNvSpPr/>
      </dsp:nvSpPr>
      <dsp:spPr>
        <a:xfrm>
          <a:off x="2121339" y="1281295"/>
          <a:ext cx="2628871" cy="460977"/>
        </a:xfrm>
        <a:custGeom>
          <a:avLst/>
          <a:gdLst/>
          <a:ahLst/>
          <a:cxnLst/>
          <a:rect l="0" t="0" r="0" b="0"/>
          <a:pathLst>
            <a:path>
              <a:moveTo>
                <a:pt x="2628871" y="0"/>
              </a:moveTo>
              <a:lnTo>
                <a:pt x="2628871" y="247588"/>
              </a:lnTo>
              <a:lnTo>
                <a:pt x="0" y="247588"/>
              </a:lnTo>
              <a:lnTo>
                <a:pt x="0" y="46097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8914" y="1509326"/>
        <a:ext cx="133721" cy="4915"/>
      </dsp:txXfrm>
    </dsp:sp>
    <dsp:sp modelId="{1A8C665E-4632-455E-9657-E68CD0836A9C}">
      <dsp:nvSpPr>
        <dsp:cNvPr id="0" name=""/>
        <dsp:cNvSpPr/>
      </dsp:nvSpPr>
      <dsp:spPr>
        <a:xfrm>
          <a:off x="3681564" y="719"/>
          <a:ext cx="2137293" cy="1282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29" tIns="109932" rIns="104729" bIns="10993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Travail </a:t>
          </a:r>
          <a:r>
            <a:rPr lang="en-US" sz="1600" kern="1200" dirty="0" err="1"/>
            <a:t>en</a:t>
          </a:r>
          <a:r>
            <a:rPr lang="en-US" sz="1600" kern="1200" dirty="0"/>
            <a:t> équipe avec </a:t>
          </a:r>
          <a:r>
            <a:rPr lang="en-US" sz="1600" kern="1200" dirty="0" err="1"/>
            <a:t>une</a:t>
          </a:r>
          <a:r>
            <a:rPr lang="en-US" sz="1600" kern="1200" dirty="0"/>
            <a:t> </a:t>
          </a:r>
          <a:r>
            <a:rPr lang="en-US" sz="1600" kern="1200" dirty="0" err="1"/>
            <a:t>répartition</a:t>
          </a:r>
          <a:r>
            <a:rPr lang="en-US" sz="1600" kern="1200" dirty="0"/>
            <a:t> </a:t>
          </a:r>
          <a:r>
            <a:rPr lang="en-US" sz="1600" kern="1200" dirty="0" err="1"/>
            <a:t>claire</a:t>
          </a:r>
          <a:r>
            <a:rPr lang="en-US" sz="1600" kern="1200" dirty="0"/>
            <a:t> des </a:t>
          </a:r>
          <a:r>
            <a:rPr lang="en-US" sz="1600" kern="1200" dirty="0" err="1"/>
            <a:t>tâches</a:t>
          </a:r>
          <a:r>
            <a:rPr lang="en-US" sz="1600" kern="1200" dirty="0"/>
            <a:t> et des </a:t>
          </a:r>
          <a:r>
            <a:rPr lang="en-US" sz="1600" kern="1200" dirty="0" err="1"/>
            <a:t>responsabilités</a:t>
          </a:r>
          <a:r>
            <a:rPr lang="en-US" sz="1600" kern="1200" dirty="0"/>
            <a:t>.</a:t>
          </a:r>
        </a:p>
      </dsp:txBody>
      <dsp:txXfrm>
        <a:off x="3681564" y="719"/>
        <a:ext cx="2137293" cy="1282376"/>
      </dsp:txXfrm>
    </dsp:sp>
    <dsp:sp modelId="{CC1C967E-D478-477B-808B-E8CA71192430}">
      <dsp:nvSpPr>
        <dsp:cNvPr id="0" name=""/>
        <dsp:cNvSpPr/>
      </dsp:nvSpPr>
      <dsp:spPr>
        <a:xfrm>
          <a:off x="3188186" y="2370141"/>
          <a:ext cx="460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097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6386" y="2413403"/>
        <a:ext cx="24578" cy="4915"/>
      </dsp:txXfrm>
    </dsp:sp>
    <dsp:sp modelId="{D8939A80-F6B2-4EE1-83A9-43F38BAEC763}">
      <dsp:nvSpPr>
        <dsp:cNvPr id="0" name=""/>
        <dsp:cNvSpPr/>
      </dsp:nvSpPr>
      <dsp:spPr>
        <a:xfrm>
          <a:off x="1052692" y="1774673"/>
          <a:ext cx="2137293" cy="1282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29" tIns="109932" rIns="104729" bIns="10993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Utilisation</a:t>
          </a:r>
          <a:r>
            <a:rPr lang="en-US" sz="1600" kern="1200" dirty="0"/>
            <a:t> de GitLab pour la gestion des versions et la collaboration.</a:t>
          </a:r>
        </a:p>
      </dsp:txBody>
      <dsp:txXfrm>
        <a:off x="1052692" y="1774673"/>
        <a:ext cx="2137293" cy="1282376"/>
      </dsp:txXfrm>
    </dsp:sp>
    <dsp:sp modelId="{EE4EEF50-C4D9-408B-8242-92EB503468BE}">
      <dsp:nvSpPr>
        <dsp:cNvPr id="0" name=""/>
        <dsp:cNvSpPr/>
      </dsp:nvSpPr>
      <dsp:spPr>
        <a:xfrm>
          <a:off x="2121339" y="3055249"/>
          <a:ext cx="2628871" cy="460977"/>
        </a:xfrm>
        <a:custGeom>
          <a:avLst/>
          <a:gdLst/>
          <a:ahLst/>
          <a:cxnLst/>
          <a:rect l="0" t="0" r="0" b="0"/>
          <a:pathLst>
            <a:path>
              <a:moveTo>
                <a:pt x="2628871" y="0"/>
              </a:moveTo>
              <a:lnTo>
                <a:pt x="2628871" y="247588"/>
              </a:lnTo>
              <a:lnTo>
                <a:pt x="0" y="247588"/>
              </a:lnTo>
              <a:lnTo>
                <a:pt x="0" y="46097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8914" y="3283280"/>
        <a:ext cx="133721" cy="4915"/>
      </dsp:txXfrm>
    </dsp:sp>
    <dsp:sp modelId="{C6E904B0-4E5E-42BE-A6F1-805BFA45CFED}">
      <dsp:nvSpPr>
        <dsp:cNvPr id="0" name=""/>
        <dsp:cNvSpPr/>
      </dsp:nvSpPr>
      <dsp:spPr>
        <a:xfrm>
          <a:off x="3681564" y="1774673"/>
          <a:ext cx="2137293" cy="1282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29" tIns="109932" rIns="104729" bIns="10993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Développement </a:t>
          </a:r>
          <a:r>
            <a:rPr lang="en-US" sz="1600" kern="1200" dirty="0" err="1"/>
            <a:t>itératif</a:t>
          </a:r>
          <a:r>
            <a:rPr lang="en-US" sz="1600" kern="1200" dirty="0"/>
            <a:t> avec </a:t>
          </a:r>
          <a:r>
            <a:rPr lang="en-US" sz="1600" kern="1200" dirty="0" err="1"/>
            <a:t>ajout</a:t>
          </a:r>
          <a:r>
            <a:rPr lang="en-US" sz="1600" kern="1200" dirty="0"/>
            <a:t> </a:t>
          </a:r>
          <a:r>
            <a:rPr lang="en-US" sz="1600" kern="1200" dirty="0" err="1"/>
            <a:t>progressif</a:t>
          </a:r>
          <a:r>
            <a:rPr lang="en-US" sz="1600" kern="1200" dirty="0"/>
            <a:t> des </a:t>
          </a:r>
          <a:r>
            <a:rPr lang="en-US" sz="1600" kern="1200" dirty="0" err="1"/>
            <a:t>fonctionnalités</a:t>
          </a:r>
          <a:r>
            <a:rPr lang="en-US" sz="1600" kern="1200" dirty="0"/>
            <a:t>.</a:t>
          </a:r>
        </a:p>
      </dsp:txBody>
      <dsp:txXfrm>
        <a:off x="3681564" y="1774673"/>
        <a:ext cx="2137293" cy="1282376"/>
      </dsp:txXfrm>
    </dsp:sp>
    <dsp:sp modelId="{09AD2500-9274-4465-8EDF-57A1C20AC932}">
      <dsp:nvSpPr>
        <dsp:cNvPr id="0" name=""/>
        <dsp:cNvSpPr/>
      </dsp:nvSpPr>
      <dsp:spPr>
        <a:xfrm>
          <a:off x="3188186" y="4144095"/>
          <a:ext cx="4609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097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6386" y="4187357"/>
        <a:ext cx="24578" cy="4915"/>
      </dsp:txXfrm>
    </dsp:sp>
    <dsp:sp modelId="{2B18B017-D003-49E9-B3E0-415AB96ED359}">
      <dsp:nvSpPr>
        <dsp:cNvPr id="0" name=""/>
        <dsp:cNvSpPr/>
      </dsp:nvSpPr>
      <dsp:spPr>
        <a:xfrm>
          <a:off x="1052692" y="3548627"/>
          <a:ext cx="2137293" cy="1282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29" tIns="109932" rIns="104729" bIns="10993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Travail sur des branches </a:t>
          </a:r>
          <a:r>
            <a:rPr lang="en-US" sz="1600" kern="1200" dirty="0" err="1"/>
            <a:t>afin</a:t>
          </a:r>
          <a:r>
            <a:rPr lang="en-US" sz="1600" kern="1200" dirty="0"/>
            <a:t> de </a:t>
          </a:r>
          <a:r>
            <a:rPr lang="en-US" sz="1600" kern="1200" dirty="0" err="1"/>
            <a:t>protéger</a:t>
          </a:r>
          <a:r>
            <a:rPr lang="en-US" sz="1600" kern="1200" dirty="0"/>
            <a:t> la </a:t>
          </a:r>
          <a:r>
            <a:rPr lang="en-US" sz="1600" kern="1200" dirty="0" err="1"/>
            <a:t>branche</a:t>
          </a:r>
          <a:r>
            <a:rPr lang="en-US" sz="1600" kern="1200" dirty="0"/>
            <a:t> </a:t>
          </a:r>
          <a:r>
            <a:rPr lang="en-US" sz="1600" kern="1200" dirty="0" err="1"/>
            <a:t>principale</a:t>
          </a:r>
          <a:r>
            <a:rPr lang="en-US" sz="1600" kern="1200" dirty="0">
              <a:latin typeface="Univers Condensed"/>
            </a:rPr>
            <a:t>.</a:t>
          </a:r>
          <a:endParaRPr lang="en-US" sz="1600" kern="1200" dirty="0"/>
        </a:p>
      </dsp:txBody>
      <dsp:txXfrm>
        <a:off x="1052692" y="3548627"/>
        <a:ext cx="2137293" cy="1282376"/>
      </dsp:txXfrm>
    </dsp:sp>
    <dsp:sp modelId="{D345AC3B-5A06-4EF9-B020-3205F98ECD9C}">
      <dsp:nvSpPr>
        <dsp:cNvPr id="0" name=""/>
        <dsp:cNvSpPr/>
      </dsp:nvSpPr>
      <dsp:spPr>
        <a:xfrm>
          <a:off x="3681564" y="3548627"/>
          <a:ext cx="2137293" cy="1282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29" tIns="109932" rIns="104729" bIns="10993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Tests après </a:t>
          </a:r>
          <a:r>
            <a:rPr lang="en-US" sz="1600" kern="1200" dirty="0" err="1"/>
            <a:t>chaque</a:t>
          </a:r>
          <a:r>
            <a:rPr lang="en-US" sz="1600" kern="1200" dirty="0"/>
            <a:t> </a:t>
          </a:r>
          <a:r>
            <a:rPr lang="en-US" sz="1600" kern="1200" dirty="0" err="1"/>
            <a:t>fonctionnalité</a:t>
          </a:r>
          <a:r>
            <a:rPr lang="en-US" sz="1600" kern="1200" dirty="0"/>
            <a:t> </a:t>
          </a:r>
          <a:r>
            <a:rPr lang="en-US" sz="1600" kern="1200" dirty="0" err="1"/>
            <a:t>développée</a:t>
          </a:r>
          <a:r>
            <a:rPr lang="en-US" sz="1600" kern="1200" dirty="0"/>
            <a:t>.</a:t>
          </a:r>
        </a:p>
      </dsp:txBody>
      <dsp:txXfrm>
        <a:off x="3681564" y="3548627"/>
        <a:ext cx="2137293" cy="1282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6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1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06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9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36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7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8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6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1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2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97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2" y="960594"/>
            <a:ext cx="5828114" cy="4936812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dirty="0" err="1"/>
              <a:t>Plateforme</a:t>
            </a:r>
            <a:r>
              <a:rPr lang="en-US" sz="6000" dirty="0"/>
              <a:t> </a:t>
            </a:r>
            <a:r>
              <a:rPr lang="en-US" sz="6000" dirty="0" err="1"/>
              <a:t>kaypic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2185" y="1390650"/>
            <a:ext cx="3019423" cy="4076700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Calibri"/>
                <a:ea typeface="Calibri"/>
                <a:cs typeface="Calibri"/>
              </a:rPr>
              <a:t>Leen Al </a:t>
            </a:r>
            <a:r>
              <a:rPr lang="en-US" sz="2200" err="1">
                <a:latin typeface="Calibri"/>
                <a:ea typeface="Calibri"/>
                <a:cs typeface="Calibri"/>
              </a:rPr>
              <a:t>Harash</a:t>
            </a:r>
            <a:endParaRPr lang="en-US" sz="2200">
              <a:latin typeface="Calibri"/>
              <a:ea typeface="Calibri"/>
              <a:cs typeface="Calibri"/>
            </a:endParaRPr>
          </a:p>
          <a:p>
            <a:r>
              <a:rPr lang="en-US" sz="2200" dirty="0">
                <a:latin typeface="Calibri"/>
                <a:ea typeface="Calibri"/>
                <a:cs typeface="Calibri"/>
              </a:rPr>
              <a:t>Mariyam </a:t>
            </a:r>
            <a:r>
              <a:rPr lang="en-US" sz="2200" err="1">
                <a:latin typeface="Calibri"/>
                <a:ea typeface="Calibri"/>
                <a:cs typeface="Calibri"/>
              </a:rPr>
              <a:t>Hanfaoui</a:t>
            </a:r>
            <a:endParaRPr lang="en-US" sz="2200">
              <a:latin typeface="Calibri"/>
              <a:ea typeface="Calibri"/>
              <a:cs typeface="Calibri"/>
            </a:endParaRPr>
          </a:p>
          <a:p>
            <a:r>
              <a:rPr lang="en-US" sz="2200" dirty="0">
                <a:latin typeface="Calibri"/>
                <a:ea typeface="+mn-lt"/>
                <a:cs typeface="+mn-lt"/>
              </a:rPr>
              <a:t>Émile Larochelle-Langevin</a:t>
            </a:r>
            <a:endParaRPr lang="en-US" dirty="0">
              <a:latin typeface="Calibri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A90B6D4-EFD1-CA2C-C3A6-0663EB9E1339}"/>
              </a:ext>
            </a:extLst>
          </p:cNvPr>
          <p:cNvSpPr txBox="1"/>
          <p:nvPr/>
        </p:nvSpPr>
        <p:spPr>
          <a:xfrm>
            <a:off x="795980" y="5652136"/>
            <a:ext cx="274319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Calibri"/>
                <a:ea typeface="Calibri"/>
                <a:cs typeface="Calibri"/>
              </a:rPr>
              <a:t>Application Web 3 - 2025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F12C-C233-8CF3-7813-48C185FE8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Annexe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FCDD-ECDC-2928-95F7-F303CF960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385" y="2086406"/>
            <a:ext cx="6352099" cy="2901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Calibri"/>
                <a:ea typeface="+mn-lt"/>
                <a:cs typeface="+mn-lt"/>
              </a:rPr>
              <a:t>Introduction du </a:t>
            </a:r>
            <a:r>
              <a:rPr lang="en-US" sz="2400" dirty="0" err="1">
                <a:latin typeface="Calibri"/>
                <a:ea typeface="+mn-lt"/>
                <a:cs typeface="+mn-lt"/>
              </a:rPr>
              <a:t>projet</a:t>
            </a:r>
            <a:endParaRPr lang="en-US" sz="2400" dirty="0">
              <a:latin typeface="Calibri"/>
              <a:ea typeface="+mn-lt"/>
              <a:cs typeface="+mn-lt"/>
            </a:endParaRPr>
          </a:p>
          <a:p>
            <a:r>
              <a:rPr lang="en-US" sz="2400" dirty="0" err="1">
                <a:latin typeface="Calibri"/>
                <a:ea typeface="+mn-lt"/>
                <a:cs typeface="+mn-lt"/>
              </a:rPr>
              <a:t>Problématique</a:t>
            </a:r>
            <a:r>
              <a:rPr lang="en-US" sz="2400" dirty="0">
                <a:latin typeface="Calibri"/>
                <a:ea typeface="+mn-lt"/>
                <a:cs typeface="+mn-lt"/>
              </a:rPr>
              <a:t> et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Objectifs</a:t>
            </a:r>
            <a:endParaRPr lang="en-US" sz="2400" dirty="0">
              <a:latin typeface="Calibri"/>
              <a:ea typeface="+mn-lt"/>
              <a:cs typeface="+mn-lt"/>
            </a:endParaRPr>
          </a:p>
          <a:p>
            <a:r>
              <a:rPr lang="en-US" sz="2400" dirty="0" err="1">
                <a:latin typeface="Calibri"/>
                <a:ea typeface="+mn-lt"/>
                <a:cs typeface="+mn-lt"/>
              </a:rPr>
              <a:t>Fonctionnalités</a:t>
            </a:r>
            <a:r>
              <a:rPr lang="en-US" sz="2400" dirty="0">
                <a:latin typeface="Calibri"/>
                <a:ea typeface="+mn-lt"/>
                <a:cs typeface="+mn-lt"/>
              </a:rPr>
              <a:t> </a:t>
            </a:r>
            <a:r>
              <a:rPr lang="en-US" sz="2400" dirty="0" err="1">
                <a:latin typeface="Calibri"/>
                <a:ea typeface="+mn-lt"/>
                <a:cs typeface="+mn-lt"/>
              </a:rPr>
              <a:t>développées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+mn-lt"/>
                <a:cs typeface="+mn-lt"/>
              </a:rPr>
              <a:t>Démarche de </a:t>
            </a:r>
            <a:r>
              <a:rPr lang="en-US" sz="2400" dirty="0" err="1">
                <a:latin typeface="Calibri"/>
                <a:ea typeface="+mn-lt"/>
                <a:cs typeface="+mn-lt"/>
              </a:rPr>
              <a:t>réalisation</a:t>
            </a:r>
            <a:endParaRPr lang="en-US" sz="2400" dirty="0">
              <a:latin typeface="Calibri"/>
              <a:ea typeface="+mn-lt"/>
              <a:cs typeface="+mn-lt"/>
            </a:endParaRPr>
          </a:p>
          <a:p>
            <a:r>
              <a:rPr lang="en-US" sz="2400" dirty="0" err="1">
                <a:latin typeface="Calibri"/>
                <a:ea typeface="+mn-lt"/>
                <a:cs typeface="+mn-lt"/>
              </a:rPr>
              <a:t>Démonstration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504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D117F-2C45-ABE9-B0F4-E0A60BD7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en-US" dirty="0"/>
              <a:t>Introduction du </a:t>
            </a:r>
            <a:r>
              <a:rPr lang="en-US" dirty="0" err="1"/>
              <a:t>projet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Water Polo player">
            <a:extLst>
              <a:ext uri="{FF2B5EF4-FFF2-40B4-BE49-F238E27FC236}">
                <a16:creationId xmlns:a16="http://schemas.microsoft.com/office/drawing/2014/main" id="{BC214A73-15BE-AE9B-DFE5-A465EBAB1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8EBB3-C1CE-658E-A2B0-AB24C2EFE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64724"/>
            <a:ext cx="6089551" cy="44476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algn="just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dirty="0" err="1">
                <a:latin typeface="Calibri"/>
                <a:ea typeface="+mn-lt"/>
                <a:cs typeface="+mn-lt"/>
              </a:rPr>
              <a:t>Kaypic</a:t>
            </a:r>
            <a:r>
              <a:rPr lang="en-US" dirty="0">
                <a:latin typeface="Calibri"/>
                <a:ea typeface="+mn-lt"/>
                <a:cs typeface="+mn-lt"/>
              </a:rPr>
              <a:t> est </a:t>
            </a:r>
            <a:r>
              <a:rPr lang="en-US" dirty="0" err="1">
                <a:latin typeface="Calibri"/>
                <a:ea typeface="+mn-lt"/>
                <a:cs typeface="+mn-lt"/>
              </a:rPr>
              <a:t>une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plateforme</a:t>
            </a:r>
            <a:r>
              <a:rPr lang="en-US" dirty="0">
                <a:latin typeface="Calibri"/>
                <a:ea typeface="+mn-lt"/>
                <a:cs typeface="+mn-lt"/>
              </a:rPr>
              <a:t> numérique </a:t>
            </a:r>
            <a:r>
              <a:rPr lang="en-US" dirty="0" err="1">
                <a:latin typeface="Calibri"/>
                <a:ea typeface="+mn-lt"/>
                <a:cs typeface="+mn-lt"/>
              </a:rPr>
              <a:t>dédiée</a:t>
            </a:r>
            <a:r>
              <a:rPr lang="en-US" dirty="0">
                <a:latin typeface="Calibri"/>
                <a:ea typeface="+mn-lt"/>
                <a:cs typeface="+mn-lt"/>
              </a:rPr>
              <a:t> aux </a:t>
            </a:r>
            <a:r>
              <a:rPr lang="en-US" dirty="0" err="1">
                <a:latin typeface="Calibri"/>
                <a:ea typeface="+mn-lt"/>
                <a:cs typeface="+mn-lt"/>
              </a:rPr>
              <a:t>organisations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sportives</a:t>
            </a:r>
            <a:r>
              <a:rPr lang="en-US" dirty="0">
                <a:latin typeface="Calibri"/>
                <a:ea typeface="+mn-lt"/>
                <a:cs typeface="+mn-lt"/>
              </a:rPr>
              <a:t> et </a:t>
            </a:r>
            <a:r>
              <a:rPr lang="en-US" dirty="0" err="1">
                <a:latin typeface="Calibri"/>
                <a:ea typeface="+mn-lt"/>
                <a:cs typeface="+mn-lt"/>
              </a:rPr>
              <a:t>communautaires</a:t>
            </a:r>
            <a:r>
              <a:rPr lang="en-US" dirty="0">
                <a:latin typeface="Calibri"/>
                <a:ea typeface="+mn-lt"/>
                <a:cs typeface="+mn-lt"/>
              </a:rPr>
              <a:t>. Elle vise à </a:t>
            </a:r>
            <a:r>
              <a:rPr lang="en-US" dirty="0" err="1">
                <a:latin typeface="Calibri"/>
                <a:ea typeface="+mn-lt"/>
                <a:cs typeface="+mn-lt"/>
              </a:rPr>
              <a:t>centraliser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l’organisation</a:t>
            </a:r>
            <a:r>
              <a:rPr lang="en-US" dirty="0">
                <a:latin typeface="Calibri"/>
                <a:ea typeface="+mn-lt"/>
                <a:cs typeface="+mn-lt"/>
              </a:rPr>
              <a:t> et la </a:t>
            </a:r>
            <a:r>
              <a:rPr lang="en-US" dirty="0" err="1">
                <a:latin typeface="Calibri"/>
                <a:ea typeface="+mn-lt"/>
                <a:cs typeface="+mn-lt"/>
              </a:rPr>
              <a:t>visibilité</a:t>
            </a:r>
            <a:r>
              <a:rPr lang="en-US" dirty="0">
                <a:latin typeface="Calibri"/>
                <a:ea typeface="+mn-lt"/>
                <a:cs typeface="+mn-lt"/>
              </a:rPr>
              <a:t> des </a:t>
            </a:r>
            <a:r>
              <a:rPr lang="en-US" dirty="0" err="1">
                <a:latin typeface="Calibri"/>
                <a:ea typeface="+mn-lt"/>
                <a:cs typeface="+mn-lt"/>
              </a:rPr>
              <a:t>activités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sportives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autant</a:t>
            </a:r>
            <a:r>
              <a:rPr lang="en-US" dirty="0">
                <a:latin typeface="Calibri"/>
                <a:ea typeface="+mn-lt"/>
                <a:cs typeface="+mn-lt"/>
              </a:rPr>
              <a:t> pour les </a:t>
            </a:r>
            <a:r>
              <a:rPr lang="en-US" dirty="0" err="1">
                <a:latin typeface="Calibri"/>
                <a:ea typeface="+mn-lt"/>
                <a:cs typeface="+mn-lt"/>
              </a:rPr>
              <a:t>adultes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que</a:t>
            </a:r>
            <a:r>
              <a:rPr lang="en-US" dirty="0">
                <a:latin typeface="Calibri"/>
                <a:ea typeface="+mn-lt"/>
                <a:cs typeface="+mn-lt"/>
              </a:rPr>
              <a:t> pour les jeunes.</a:t>
            </a:r>
            <a:endParaRPr lang="en-US"/>
          </a:p>
          <a:p>
            <a:pPr marL="0" algn="just">
              <a:spcBef>
                <a:spcPts val="400"/>
              </a:spcBef>
              <a:spcAft>
                <a:spcPts val="400"/>
              </a:spcAft>
              <a:buNone/>
            </a:pPr>
            <a:endParaRPr lang="en-US">
              <a:latin typeface="Calibri"/>
              <a:ea typeface="+mn-lt"/>
              <a:cs typeface="+mn-lt"/>
            </a:endParaRPr>
          </a:p>
          <a:p>
            <a:pPr marL="0" algn="just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dirty="0">
                <a:latin typeface="Calibri"/>
                <a:ea typeface="+mn-lt"/>
                <a:cs typeface="+mn-lt"/>
              </a:rPr>
              <a:t>La </a:t>
            </a:r>
            <a:r>
              <a:rPr lang="en-US" dirty="0" err="1">
                <a:latin typeface="Calibri"/>
                <a:ea typeface="+mn-lt"/>
                <a:cs typeface="+mn-lt"/>
              </a:rPr>
              <a:t>plateforme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permet</a:t>
            </a:r>
            <a:r>
              <a:rPr lang="en-US" dirty="0">
                <a:latin typeface="Calibri"/>
                <a:ea typeface="+mn-lt"/>
                <a:cs typeface="+mn-lt"/>
              </a:rPr>
              <a:t> de </a:t>
            </a:r>
            <a:r>
              <a:rPr lang="en-US" dirty="0" err="1">
                <a:latin typeface="Calibri"/>
                <a:ea typeface="+mn-lt"/>
                <a:cs typeface="+mn-lt"/>
              </a:rPr>
              <a:t>découvrir</a:t>
            </a:r>
            <a:r>
              <a:rPr lang="en-US" dirty="0">
                <a:latin typeface="Calibri"/>
                <a:ea typeface="+mn-lt"/>
                <a:cs typeface="+mn-lt"/>
              </a:rPr>
              <a:t> des clubs, équipes, </a:t>
            </a:r>
            <a:r>
              <a:rPr lang="en-US" dirty="0" err="1">
                <a:latin typeface="Calibri"/>
                <a:ea typeface="+mn-lt"/>
                <a:cs typeface="+mn-lt"/>
              </a:rPr>
              <a:t>ligues</a:t>
            </a:r>
            <a:r>
              <a:rPr lang="en-US" dirty="0">
                <a:latin typeface="Calibri"/>
                <a:ea typeface="+mn-lt"/>
                <a:cs typeface="+mn-lt"/>
              </a:rPr>
              <a:t>, camps et </a:t>
            </a:r>
            <a:r>
              <a:rPr lang="en-US" dirty="0" err="1">
                <a:latin typeface="Calibri"/>
                <a:ea typeface="+mn-lt"/>
                <a:cs typeface="+mn-lt"/>
              </a:rPr>
              <a:t>événements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sportifs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selon</a:t>
            </a:r>
            <a:r>
              <a:rPr lang="en-US" dirty="0">
                <a:latin typeface="Calibri"/>
                <a:ea typeface="+mn-lt"/>
                <a:cs typeface="+mn-lt"/>
              </a:rPr>
              <a:t> la </a:t>
            </a:r>
            <a:r>
              <a:rPr lang="en-US" dirty="0" err="1">
                <a:latin typeface="Calibri"/>
                <a:ea typeface="+mn-lt"/>
                <a:cs typeface="+mn-lt"/>
              </a:rPr>
              <a:t>localisation</a:t>
            </a:r>
            <a:r>
              <a:rPr lang="en-US" dirty="0">
                <a:latin typeface="Calibri"/>
                <a:ea typeface="+mn-lt"/>
                <a:cs typeface="+mn-lt"/>
              </a:rPr>
              <a:t>, et de </a:t>
            </a:r>
            <a:r>
              <a:rPr lang="en-US" dirty="0" err="1">
                <a:latin typeface="Calibri"/>
                <a:ea typeface="+mn-lt"/>
                <a:cs typeface="+mn-lt"/>
              </a:rPr>
              <a:t>rejoindre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facilement</a:t>
            </a:r>
            <a:r>
              <a:rPr lang="en-US" dirty="0">
                <a:latin typeface="Calibri"/>
                <a:ea typeface="+mn-lt"/>
                <a:cs typeface="+mn-lt"/>
              </a:rPr>
              <a:t> des </a:t>
            </a:r>
            <a:r>
              <a:rPr lang="en-US" dirty="0" err="1">
                <a:latin typeface="Calibri"/>
                <a:ea typeface="+mn-lt"/>
                <a:cs typeface="+mn-lt"/>
              </a:rPr>
              <a:t>communautés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sportives</a:t>
            </a:r>
            <a:r>
              <a:rPr lang="en-US" dirty="0">
                <a:latin typeface="Calibri"/>
                <a:ea typeface="+mn-lt"/>
                <a:cs typeface="+mn-lt"/>
              </a:rPr>
              <a:t> locales.</a:t>
            </a:r>
            <a:endParaRPr lang="en-US">
              <a:latin typeface="Calibri"/>
              <a:ea typeface="+mn-lt"/>
              <a:cs typeface="+mn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12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E567-6FB8-0C7B-4B80-93B1FC74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Problématique</a:t>
            </a:r>
            <a:r>
              <a:rPr lang="en-US" dirty="0"/>
              <a:t> et </a:t>
            </a:r>
            <a:r>
              <a:rPr lang="en-US" dirty="0" err="1"/>
              <a:t>Objectifs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FD0B6-2CEB-9C90-C96C-7546A3531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1997"/>
            <a:ext cx="10691265" cy="44431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 dirty="0">
                <a:latin typeface="Calibri"/>
                <a:ea typeface="+mn-lt"/>
                <a:cs typeface="+mn-lt"/>
              </a:rPr>
              <a:t>Les </a:t>
            </a:r>
            <a:r>
              <a:rPr lang="en-US" dirty="0" err="1">
                <a:latin typeface="Calibri"/>
                <a:ea typeface="+mn-lt"/>
                <a:cs typeface="+mn-lt"/>
              </a:rPr>
              <a:t>organisations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sportives</a:t>
            </a:r>
            <a:r>
              <a:rPr lang="en-US" dirty="0">
                <a:latin typeface="Calibri"/>
                <a:ea typeface="+mn-lt"/>
                <a:cs typeface="+mn-lt"/>
              </a:rPr>
              <a:t> et </a:t>
            </a:r>
            <a:r>
              <a:rPr lang="en-US" dirty="0" err="1">
                <a:latin typeface="Calibri"/>
                <a:ea typeface="+mn-lt"/>
                <a:cs typeface="+mn-lt"/>
              </a:rPr>
              <a:t>communautaires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utilisent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souvent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une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combinaison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d’outils</a:t>
            </a:r>
            <a:r>
              <a:rPr lang="en-US" dirty="0">
                <a:latin typeface="Calibri"/>
                <a:ea typeface="+mn-lt"/>
                <a:cs typeface="+mn-lt"/>
              </a:rPr>
              <a:t> externes pour </a:t>
            </a:r>
            <a:r>
              <a:rPr lang="en-US" dirty="0" err="1">
                <a:latin typeface="Calibri"/>
                <a:ea typeface="+mn-lt"/>
                <a:cs typeface="+mn-lt"/>
              </a:rPr>
              <a:t>communiquer</a:t>
            </a:r>
            <a:r>
              <a:rPr lang="en-US" dirty="0">
                <a:latin typeface="Calibri"/>
                <a:ea typeface="+mn-lt"/>
                <a:cs typeface="+mn-lt"/>
              </a:rPr>
              <a:t>. Cela </a:t>
            </a:r>
            <a:r>
              <a:rPr lang="en-US" dirty="0" err="1">
                <a:latin typeface="Calibri"/>
                <a:ea typeface="+mn-lt"/>
                <a:cs typeface="+mn-lt"/>
              </a:rPr>
              <a:t>peut</a:t>
            </a:r>
            <a:r>
              <a:rPr lang="en-US" dirty="0">
                <a:latin typeface="Calibri"/>
                <a:ea typeface="+mn-lt"/>
                <a:cs typeface="+mn-lt"/>
              </a:rPr>
              <a:t> </a:t>
            </a:r>
            <a:r>
              <a:rPr lang="en-US" dirty="0" err="1">
                <a:latin typeface="Calibri"/>
                <a:ea typeface="+mn-lt"/>
                <a:cs typeface="+mn-lt"/>
              </a:rPr>
              <a:t>entraîner</a:t>
            </a:r>
            <a:r>
              <a:rPr lang="en-US" dirty="0">
                <a:latin typeface="Calibri"/>
                <a:ea typeface="+mn-lt"/>
                <a:cs typeface="+mn-lt"/>
              </a:rPr>
              <a:t> un manque de </a:t>
            </a:r>
            <a:r>
              <a:rPr lang="en-US" dirty="0" err="1">
                <a:latin typeface="Calibri"/>
                <a:ea typeface="+mn-lt"/>
                <a:cs typeface="+mn-lt"/>
              </a:rPr>
              <a:t>suivi</a:t>
            </a:r>
            <a:r>
              <a:rPr lang="en-US" dirty="0">
                <a:latin typeface="Calibri"/>
                <a:ea typeface="+mn-lt"/>
                <a:cs typeface="+mn-lt"/>
              </a:rPr>
              <a:t> des communications, </a:t>
            </a:r>
            <a:r>
              <a:rPr lang="en-US" dirty="0" err="1">
                <a:latin typeface="Calibri"/>
                <a:ea typeface="+mn-lt"/>
                <a:cs typeface="+mn-lt"/>
              </a:rPr>
              <a:t>une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perte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d’informations</a:t>
            </a:r>
            <a:r>
              <a:rPr lang="en-US" dirty="0">
                <a:latin typeface="Calibri"/>
                <a:ea typeface="+mn-lt"/>
                <a:cs typeface="+mn-lt"/>
              </a:rPr>
              <a:t> et des </a:t>
            </a:r>
            <a:r>
              <a:rPr lang="en-US" dirty="0" err="1">
                <a:latin typeface="Calibri"/>
                <a:ea typeface="+mn-lt"/>
                <a:cs typeface="+mn-lt"/>
              </a:rPr>
              <a:t>difficultés</a:t>
            </a:r>
            <a:r>
              <a:rPr lang="en-US" dirty="0">
                <a:latin typeface="Calibri"/>
                <a:ea typeface="+mn-lt"/>
                <a:cs typeface="+mn-lt"/>
              </a:rPr>
              <a:t> de coordination.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b="1" dirty="0">
              <a:latin typeface="Calibri"/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b="1" err="1">
                <a:latin typeface="Calibri"/>
                <a:ea typeface="+mn-lt"/>
                <a:cs typeface="+mn-lt"/>
              </a:rPr>
              <a:t>Objectifs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identifiés</a:t>
            </a:r>
            <a:r>
              <a:rPr lang="en-US" b="1" dirty="0">
                <a:latin typeface="Calibri"/>
                <a:ea typeface="+mn-lt"/>
                <a:cs typeface="+mn-lt"/>
              </a:rPr>
              <a:t> :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algn="just"/>
            <a:r>
              <a:rPr lang="en-US" err="1">
                <a:latin typeface="Calibri"/>
                <a:ea typeface="Calibri"/>
                <a:cs typeface="Calibri"/>
              </a:rPr>
              <a:t>Développer</a:t>
            </a:r>
            <a:r>
              <a:rPr lang="en-US" dirty="0">
                <a:latin typeface="Calibri"/>
                <a:ea typeface="Calibri"/>
                <a:cs typeface="Calibri"/>
              </a:rPr>
              <a:t> un module de communication 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 dirty="0">
                <a:latin typeface="Calibri"/>
                <a:ea typeface="Calibri"/>
                <a:cs typeface="Calibri"/>
              </a:rPr>
              <a:t> temps </a:t>
            </a:r>
            <a:r>
              <a:rPr lang="en-US" err="1">
                <a:latin typeface="Calibri"/>
                <a:ea typeface="Calibri"/>
                <a:cs typeface="Calibri"/>
              </a:rPr>
              <a:t>réel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latin typeface="Calibri"/>
                <a:ea typeface="Calibri"/>
                <a:cs typeface="Calibri"/>
              </a:rPr>
              <a:t>sécurisé</a:t>
            </a:r>
            <a:r>
              <a:rPr lang="en-US" dirty="0">
                <a:latin typeface="Calibri"/>
                <a:ea typeface="Calibri"/>
                <a:cs typeface="Calibri"/>
              </a:rPr>
              <a:t>.</a:t>
            </a:r>
          </a:p>
          <a:p>
            <a:pPr algn="just"/>
            <a:r>
              <a:rPr lang="en-US" err="1">
                <a:latin typeface="Calibri"/>
                <a:ea typeface="+mn-lt"/>
                <a:cs typeface="+mn-lt"/>
              </a:rPr>
              <a:t>Faciliter</a:t>
            </a:r>
            <a:r>
              <a:rPr lang="en-US" dirty="0">
                <a:latin typeface="Calibri"/>
                <a:ea typeface="+mn-lt"/>
                <a:cs typeface="+mn-lt"/>
              </a:rPr>
              <a:t> le partage de documents, les </a:t>
            </a:r>
            <a:r>
              <a:rPr lang="en-US" err="1">
                <a:latin typeface="Calibri"/>
                <a:ea typeface="+mn-lt"/>
                <a:cs typeface="+mn-lt"/>
              </a:rPr>
              <a:t>événements</a:t>
            </a:r>
            <a:r>
              <a:rPr lang="en-US" dirty="0">
                <a:latin typeface="Calibri"/>
                <a:ea typeface="+mn-lt"/>
                <a:cs typeface="+mn-lt"/>
              </a:rPr>
              <a:t> et </a:t>
            </a:r>
            <a:r>
              <a:rPr lang="en-US" err="1">
                <a:latin typeface="Calibri"/>
                <a:ea typeface="+mn-lt"/>
                <a:cs typeface="+mn-lt"/>
              </a:rPr>
              <a:t>l’envoi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d’annonces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algn="just"/>
            <a:r>
              <a:rPr lang="en-US" err="1">
                <a:latin typeface="Calibri"/>
                <a:ea typeface="+mn-lt"/>
                <a:cs typeface="+mn-lt"/>
              </a:rPr>
              <a:t>Garantir</a:t>
            </a:r>
            <a:r>
              <a:rPr lang="en-US" dirty="0">
                <a:latin typeface="Calibri"/>
                <a:ea typeface="+mn-lt"/>
                <a:cs typeface="+mn-lt"/>
              </a:rPr>
              <a:t> la </a:t>
            </a:r>
            <a:r>
              <a:rPr lang="en-US" err="1">
                <a:latin typeface="Calibri"/>
                <a:ea typeface="+mn-lt"/>
                <a:cs typeface="+mn-lt"/>
              </a:rPr>
              <a:t>confidentialité</a:t>
            </a:r>
            <a:r>
              <a:rPr lang="en-US" dirty="0">
                <a:latin typeface="Calibri"/>
                <a:ea typeface="+mn-lt"/>
                <a:cs typeface="+mn-lt"/>
              </a:rPr>
              <a:t> des </a:t>
            </a:r>
            <a:r>
              <a:rPr lang="en-US" err="1">
                <a:latin typeface="Calibri"/>
                <a:ea typeface="+mn-lt"/>
                <a:cs typeface="+mn-lt"/>
              </a:rPr>
              <a:t>échanges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err="1">
                <a:latin typeface="Calibri"/>
                <a:ea typeface="+mn-lt"/>
                <a:cs typeface="+mn-lt"/>
              </a:rPr>
              <a:t>notamment</a:t>
            </a:r>
            <a:r>
              <a:rPr lang="en-US" dirty="0">
                <a:latin typeface="Calibri"/>
                <a:ea typeface="+mn-lt"/>
                <a:cs typeface="+mn-lt"/>
              </a:rPr>
              <a:t> pour les </a:t>
            </a:r>
            <a:r>
              <a:rPr lang="en-US" err="1">
                <a:latin typeface="Calibri"/>
                <a:ea typeface="+mn-lt"/>
                <a:cs typeface="+mn-lt"/>
              </a:rPr>
              <a:t>mineurs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sto MT"/>
              <a:ea typeface="Calibri"/>
              <a:cs typeface="Calibri"/>
            </a:endParaRPr>
          </a:p>
          <a:p>
            <a:pPr algn="just"/>
            <a:r>
              <a:rPr lang="en-US" err="1">
                <a:latin typeface="Calibri"/>
                <a:ea typeface="Calibri"/>
                <a:cs typeface="Calibri"/>
              </a:rPr>
              <a:t>Mettre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 dirty="0">
                <a:latin typeface="Calibri"/>
                <a:ea typeface="Calibri"/>
                <a:cs typeface="Calibri"/>
              </a:rPr>
              <a:t> place </a:t>
            </a:r>
            <a:r>
              <a:rPr lang="en-US" err="1">
                <a:latin typeface="Calibri"/>
                <a:ea typeface="Calibri"/>
                <a:cs typeface="Calibri"/>
              </a:rPr>
              <a:t>une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latin typeface="Calibri"/>
                <a:ea typeface="Calibri"/>
                <a:cs typeface="Calibri"/>
              </a:rPr>
              <a:t>authentification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latin typeface="Calibri"/>
                <a:ea typeface="Calibri"/>
                <a:cs typeface="Calibri"/>
              </a:rPr>
              <a:t>robuste</a:t>
            </a:r>
            <a:r>
              <a:rPr lang="en-US" dirty="0">
                <a:latin typeface="Calibri"/>
                <a:ea typeface="Calibri"/>
                <a:cs typeface="Calibri"/>
              </a:rPr>
              <a:t> (2FA).</a:t>
            </a:r>
          </a:p>
          <a:p>
            <a:pPr algn="just"/>
            <a:r>
              <a:rPr lang="en-US" err="1">
                <a:latin typeface="Calibri"/>
                <a:ea typeface="Calibri"/>
                <a:cs typeface="Calibri"/>
              </a:rPr>
              <a:t>Créer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  <a:r>
              <a:rPr lang="en-US" err="1">
                <a:latin typeface="Calibri"/>
                <a:ea typeface="+mn-lt"/>
                <a:cs typeface="+mn-lt"/>
              </a:rPr>
              <a:t>une</a:t>
            </a:r>
            <a:r>
              <a:rPr lang="en-US" dirty="0">
                <a:latin typeface="Calibri"/>
                <a:ea typeface="+mn-lt"/>
                <a:cs typeface="+mn-lt"/>
              </a:rPr>
              <a:t> interface simple et accessible pour </a:t>
            </a:r>
            <a:r>
              <a:rPr lang="en-US" err="1">
                <a:latin typeface="Calibri"/>
                <a:ea typeface="+mn-lt"/>
                <a:cs typeface="+mn-lt"/>
              </a:rPr>
              <a:t>tous</a:t>
            </a:r>
            <a:r>
              <a:rPr lang="en-US" dirty="0">
                <a:latin typeface="Calibri"/>
                <a:ea typeface="+mn-lt"/>
                <a:cs typeface="+mn-lt"/>
              </a:rPr>
              <a:t> les types </a:t>
            </a:r>
            <a:r>
              <a:rPr lang="en-US" err="1">
                <a:latin typeface="Calibri"/>
                <a:ea typeface="+mn-lt"/>
                <a:cs typeface="+mn-lt"/>
              </a:rPr>
              <a:t>d’utilisateurs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err="1">
                <a:latin typeface="Calibri"/>
                <a:ea typeface="+mn-lt"/>
                <a:cs typeface="+mn-lt"/>
              </a:rPr>
              <a:t>quel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que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soit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leur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âge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</a:p>
          <a:p>
            <a:pPr algn="just"/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142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A7D4D-0117-C1B3-4017-0B947C38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 err="1"/>
              <a:t>Fonctionnalités</a:t>
            </a:r>
            <a:r>
              <a:rPr lang="en-US" dirty="0"/>
              <a:t> </a:t>
            </a:r>
            <a:r>
              <a:rPr lang="en-US" dirty="0" err="1"/>
              <a:t>développées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332503-C284-6D0B-DA5F-8C3DE7A9B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573052"/>
              </p:ext>
            </p:extLst>
          </p:nvPr>
        </p:nvGraphicFramePr>
        <p:xfrm>
          <a:off x="700088" y="1803937"/>
          <a:ext cx="10992319" cy="4072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15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F87B-DE38-7964-2889-62C77E4E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0E310-FE98-46F5-2117-390D75CF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 err="1"/>
              <a:t>Fonctionnalités</a:t>
            </a:r>
            <a:r>
              <a:rPr lang="en-US" dirty="0"/>
              <a:t> </a:t>
            </a:r>
            <a:r>
              <a:rPr lang="en-US" dirty="0" err="1"/>
              <a:t>développées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B12AE1-8B47-0ED8-3520-68DEA31E1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9004660"/>
              </p:ext>
            </p:extLst>
          </p:nvPr>
        </p:nvGraphicFramePr>
        <p:xfrm>
          <a:off x="700088" y="2061515"/>
          <a:ext cx="10681080" cy="390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442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6B6E-F492-9F52-5637-656DA890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8A56B-2888-3B65-D7D7-9AB31E70B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 err="1"/>
              <a:t>Fonctionnalités</a:t>
            </a:r>
            <a:r>
              <a:rPr lang="en-US" dirty="0"/>
              <a:t> </a:t>
            </a:r>
            <a:r>
              <a:rPr lang="en-US" dirty="0" err="1"/>
              <a:t>développées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AA93EA8F-A699-5457-7CBB-FEF20BDEA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814292"/>
              </p:ext>
            </p:extLst>
          </p:nvPr>
        </p:nvGraphicFramePr>
        <p:xfrm>
          <a:off x="700088" y="2179571"/>
          <a:ext cx="10681080" cy="3783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10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475EA-4AF8-5AEA-AE45-AA8F5790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255949"/>
            <a:ext cx="3660776" cy="3062515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démarche de </a:t>
            </a:r>
            <a:r>
              <a:rPr lang="en-US" dirty="0" err="1">
                <a:ea typeface="+mj-lt"/>
                <a:cs typeface="+mj-lt"/>
              </a:rPr>
              <a:t>réalisation</a:t>
            </a:r>
            <a:endParaRPr lang="en-US" dirty="0" err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571649-1A68-C501-DE0D-97C0EB780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106448"/>
              </p:ext>
            </p:extLst>
          </p:nvPr>
        </p:nvGraphicFramePr>
        <p:xfrm>
          <a:off x="4511899" y="1066801"/>
          <a:ext cx="6871551" cy="4831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166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E94D-BA20-391D-60EE-5EF22D02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22" y="1267792"/>
            <a:ext cx="9222481" cy="4057417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5400" err="1"/>
              <a:t>démonstration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179545198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433</Words>
  <Application>Microsoft Office PowerPoint</Application>
  <PresentationFormat>Grand écran</PresentationFormat>
  <Paragraphs>57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Calisto MT</vt:lpstr>
      <vt:lpstr>Univers Condensed</vt:lpstr>
      <vt:lpstr>ChronicleVTI</vt:lpstr>
      <vt:lpstr>Plateforme kaypic</vt:lpstr>
      <vt:lpstr>Annexe</vt:lpstr>
      <vt:lpstr>Introduction du projet</vt:lpstr>
      <vt:lpstr>Problématique et Objectifs</vt:lpstr>
      <vt:lpstr>Fonctionnalités développées</vt:lpstr>
      <vt:lpstr>Fonctionnalités développées</vt:lpstr>
      <vt:lpstr>Fonctionnalités développées</vt:lpstr>
      <vt:lpstr>démarche de réalisation</vt:lpstr>
      <vt:lpstr>   démonstration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LEEN AL HARASH</cp:lastModifiedBy>
  <cp:revision>543</cp:revision>
  <dcterms:created xsi:type="dcterms:W3CDTF">2025-12-10T22:50:40Z</dcterms:created>
  <dcterms:modified xsi:type="dcterms:W3CDTF">2025-12-15T01:02:34Z</dcterms:modified>
</cp:coreProperties>
</file>